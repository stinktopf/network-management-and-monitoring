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slideMasters/slideMaster330.xml" ContentType="application/vnd.openxmlformats-officedocument.presentationml.slideMaster+xml"/>
  <Override PartName="/ppt/slides/slide330.xml" ContentType="application/vnd.openxmlformats-officedocument.presentationml.slide+xml"/>
  <Override PartName="/ppt/slideMasters/slideMaster331.xml" ContentType="application/vnd.openxmlformats-officedocument.presentationml.slideMaster+xml"/>
  <Override PartName="/ppt/slides/slide331.xml" ContentType="application/vnd.openxmlformats-officedocument.presentationml.slide+xml"/>
  <Override PartName="/ppt/slideMasters/slideMaster332.xml" ContentType="application/vnd.openxmlformats-officedocument.presentationml.slideMaster+xml"/>
  <Override PartName="/ppt/slides/slide332.xml" ContentType="application/vnd.openxmlformats-officedocument.presentationml.slide+xml"/>
  <Override PartName="/ppt/slideMasters/slideMaster333.xml" ContentType="application/vnd.openxmlformats-officedocument.presentationml.slideMaster+xml"/>
  <Override PartName="/ppt/slides/slide333.xml" ContentType="application/vnd.openxmlformats-officedocument.presentationml.slide+xml"/>
  <Override PartName="/ppt/slideMasters/slideMaster334.xml" ContentType="application/vnd.openxmlformats-officedocument.presentationml.slideMaster+xml"/>
  <Override PartName="/ppt/slides/slide334.xml" ContentType="application/vnd.openxmlformats-officedocument.presentationml.slide+xml"/>
  <Override PartName="/ppt/slideMasters/slideMaster335.xml" ContentType="application/vnd.openxmlformats-officedocument.presentationml.slideMaster+xml"/>
  <Override PartName="/ppt/slides/slide3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notesSlides/notesSlide333.xml" ContentType="application/vnd.openxmlformats-officedocument.presentationml.notesSlide+xml"/>
  <Override PartName="/ppt/notesSlides/notesSlide334.xml" ContentType="application/vnd.openxmlformats-officedocument.presentationml.notesSlide+xml"/>
  <Override PartName="/ppt/notesSlides/notesSlide3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  <p:sldId id="585" r:id="rId331"/>
    <p:sldId id="586" r:id="rId332"/>
    <p:sldId id="587" r:id="rId333"/>
    <p:sldId id="588" r:id="rId334"/>
    <p:sldId id="589" r:id="rId335"/>
    <p:sldId id="590" r:id="rId336"/>
  </p:sldIdLst>
  <p:notesMasterIdLst>
    <p:notesMasterId r:id="rId3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slide" Target="slides/slide330.xml"/><Relationship Id="rId332" Type="http://schemas.openxmlformats.org/officeDocument/2006/relationships/slide" Target="slides/slide331.xml"/><Relationship Id="rId333" Type="http://schemas.openxmlformats.org/officeDocument/2006/relationships/slide" Target="slides/slide332.xml"/><Relationship Id="rId334" Type="http://schemas.openxmlformats.org/officeDocument/2006/relationships/slide" Target="slides/slide333.xml"/><Relationship Id="rId335" Type="http://schemas.openxmlformats.org/officeDocument/2006/relationships/slide" Target="slides/slide334.xml"/><Relationship Id="rId336" Type="http://schemas.openxmlformats.org/officeDocument/2006/relationships/slide" Target="slides/slide335.xml"/><Relationship Id="rId337" Type="http://schemas.openxmlformats.org/officeDocument/2006/relationships/notesMaster" Target="notesMasters/notesMaster1.xml"/><Relationship Id="rId338" Type="http://schemas.openxmlformats.org/officeDocument/2006/relationships/presProps" Target="presProps.xml"/><Relationship Id="rId339" Type="http://schemas.openxmlformats.org/officeDocument/2006/relationships/viewProps" Target="viewProps.xml"/><Relationship Id="rId340" Type="http://schemas.openxmlformats.org/officeDocument/2006/relationships/theme" Target="theme/theme1.xml"/><Relationship Id="rId3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_rels/notesSlide3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0.xml"/>
		</Relationships>
</file>

<file path=ppt/notesSlides/_rels/notesSlide3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1.xml"/>
		</Relationships>
</file>

<file path=ppt/notesSlides/_rels/notesSlide3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2.xml"/>
		</Relationships>
</file>

<file path=ppt/notesSlides/_rels/notesSlide3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3.xml"/>
		</Relationships>
</file>

<file path=ppt/notesSlides/_rels/notesSlide3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4.xml"/>
		</Relationships>
</file>

<file path=ppt/notesSlides/_rels/notesSlide3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9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0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1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4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5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8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9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0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1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4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5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6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7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8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9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0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1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4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5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6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7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8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9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0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1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3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4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5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6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7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8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9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0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1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3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4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5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6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7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8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9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0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1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2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3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4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5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6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7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8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9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0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1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2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3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4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5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6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7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8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9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0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1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2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3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4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5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7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8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9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0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1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2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3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4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5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6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7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8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9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0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1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2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4.xml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5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6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7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8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9.xml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0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1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2.xml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3.xml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4.xml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5.xml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6.xml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7.xml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8.xml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9.xml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0.xml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1.xml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2.xml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3.xml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4.xml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5.xml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6.xml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7.xml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8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9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0.xml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1.xml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2.xml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3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4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5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6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7.xml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8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9.xml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0.xml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1.xml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2.xml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3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4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335</Slides>
  <Notes>335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335</vt:i4>
      </vt:variant>
    </vt:vector>
  </HeadingPairs>
  <TitlesOfParts>
    <vt:vector size="3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  <vt:lpstr>Slide 330</vt:lpstr>
      <vt:lpstr>Slide 331</vt:lpstr>
      <vt:lpstr>Slide 332</vt:lpstr>
      <vt:lpstr>Slide 333</vt:lpstr>
      <vt:lpstr>Slide 334</vt:lpstr>
      <vt:lpstr>Slide 335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 Management and Monitoring (AI5049)</dc:title>
  <dc:subject>Course slides for AI5049, winter semester 2026/27, Hochschule Fulda</dc:subject>
  <dc:creator>Created by Marp</dc:creator>
  <cp:lastModifiedBy>Created by Marp</cp:lastModifiedBy>
  <cp:revision>1</cp:revision>
  <dcterms:created xsi:type="dcterms:W3CDTF">2026-10-11T12:22:33Z</dcterms:created>
  <dcterms:modified xsi:type="dcterms:W3CDTF">2026-10-11T12:22:33Z</dcterms:modified>
</cp:coreProperties>
</file>