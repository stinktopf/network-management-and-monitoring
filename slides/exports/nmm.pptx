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slideMasters/slideMaster160.xml" ContentType="application/vnd.openxmlformats-officedocument.presentationml.slideMaster+xml"/>
  <Override PartName="/ppt/slides/slide160.xml" ContentType="application/vnd.openxmlformats-officedocument.presentationml.slide+xml"/>
  <Override PartName="/ppt/slideMasters/slideMaster161.xml" ContentType="application/vnd.openxmlformats-officedocument.presentationml.slideMaster+xml"/>
  <Override PartName="/ppt/slides/slide161.xml" ContentType="application/vnd.openxmlformats-officedocument.presentationml.slide+xml"/>
  <Override PartName="/ppt/slideMasters/slideMaster162.xml" ContentType="application/vnd.openxmlformats-officedocument.presentationml.slideMaster+xml"/>
  <Override PartName="/ppt/slides/slide162.xml" ContentType="application/vnd.openxmlformats-officedocument.presentationml.slide+xml"/>
  <Override PartName="/ppt/slideMasters/slideMaster163.xml" ContentType="application/vnd.openxmlformats-officedocument.presentationml.slideMaster+xml"/>
  <Override PartName="/ppt/slides/slide163.xml" ContentType="application/vnd.openxmlformats-officedocument.presentationml.slide+xml"/>
  <Override PartName="/ppt/slideMasters/slideMaster164.xml" ContentType="application/vnd.openxmlformats-officedocument.presentationml.slideMaster+xml"/>
  <Override PartName="/ppt/slides/slide164.xml" ContentType="application/vnd.openxmlformats-officedocument.presentationml.slide+xml"/>
  <Override PartName="/ppt/slideMasters/slideMaster165.xml" ContentType="application/vnd.openxmlformats-officedocument.presentationml.slideMaster+xml"/>
  <Override PartName="/ppt/slides/slide165.xml" ContentType="application/vnd.openxmlformats-officedocument.presentationml.slide+xml"/>
  <Override PartName="/ppt/slideMasters/slideMaster166.xml" ContentType="application/vnd.openxmlformats-officedocument.presentationml.slideMaster+xml"/>
  <Override PartName="/ppt/slides/slide166.xml" ContentType="application/vnd.openxmlformats-officedocument.presentationml.slide+xml"/>
  <Override PartName="/ppt/slideMasters/slideMaster167.xml" ContentType="application/vnd.openxmlformats-officedocument.presentationml.slideMaster+xml"/>
  <Override PartName="/ppt/slides/slide167.xml" ContentType="application/vnd.openxmlformats-officedocument.presentationml.slide+xml"/>
  <Override PartName="/ppt/slideMasters/slideMaster168.xml" ContentType="application/vnd.openxmlformats-officedocument.presentationml.slideMaster+xml"/>
  <Override PartName="/ppt/slides/slide168.xml" ContentType="application/vnd.openxmlformats-officedocument.presentationml.slide+xml"/>
  <Override PartName="/ppt/slideMasters/slideMaster169.xml" ContentType="application/vnd.openxmlformats-officedocument.presentationml.slideMaster+xml"/>
  <Override PartName="/ppt/slides/slide169.xml" ContentType="application/vnd.openxmlformats-officedocument.presentationml.slide+xml"/>
  <Override PartName="/ppt/slideMasters/slideMaster170.xml" ContentType="application/vnd.openxmlformats-officedocument.presentationml.slideMaster+xml"/>
  <Override PartName="/ppt/slides/slide170.xml" ContentType="application/vnd.openxmlformats-officedocument.presentationml.slide+xml"/>
  <Override PartName="/ppt/slideMasters/slideMaster171.xml" ContentType="application/vnd.openxmlformats-officedocument.presentationml.slideMaster+xml"/>
  <Override PartName="/ppt/slides/slide171.xml" ContentType="application/vnd.openxmlformats-officedocument.presentationml.slide+xml"/>
  <Override PartName="/ppt/slideMasters/slideMaster172.xml" ContentType="application/vnd.openxmlformats-officedocument.presentationml.slideMaster+xml"/>
  <Override PartName="/ppt/slides/slide172.xml" ContentType="application/vnd.openxmlformats-officedocument.presentationml.slide+xml"/>
  <Override PartName="/ppt/slideMasters/slideMaster173.xml" ContentType="application/vnd.openxmlformats-officedocument.presentationml.slideMaster+xml"/>
  <Override PartName="/ppt/slides/slide173.xml" ContentType="application/vnd.openxmlformats-officedocument.presentationml.slide+xml"/>
  <Override PartName="/ppt/slideMasters/slideMaster174.xml" ContentType="application/vnd.openxmlformats-officedocument.presentationml.slideMaster+xml"/>
  <Override PartName="/ppt/slides/slide174.xml" ContentType="application/vnd.openxmlformats-officedocument.presentationml.slide+xml"/>
  <Override PartName="/ppt/slideMasters/slideMaster175.xml" ContentType="application/vnd.openxmlformats-officedocument.presentationml.slideMaster+xml"/>
  <Override PartName="/ppt/slides/slide175.xml" ContentType="application/vnd.openxmlformats-officedocument.presentationml.slide+xml"/>
  <Override PartName="/ppt/slideMasters/slideMaster176.xml" ContentType="application/vnd.openxmlformats-officedocument.presentationml.slideMaster+xml"/>
  <Override PartName="/ppt/slides/slide176.xml" ContentType="application/vnd.openxmlformats-officedocument.presentationml.slide+xml"/>
  <Override PartName="/ppt/slideMasters/slideMaster177.xml" ContentType="application/vnd.openxmlformats-officedocument.presentationml.slideMaster+xml"/>
  <Override PartName="/ppt/slides/slide177.xml" ContentType="application/vnd.openxmlformats-officedocument.presentationml.slide+xml"/>
  <Override PartName="/ppt/slideMasters/slideMaster178.xml" ContentType="application/vnd.openxmlformats-officedocument.presentationml.slideMaster+xml"/>
  <Override PartName="/ppt/slides/slide178.xml" ContentType="application/vnd.openxmlformats-officedocument.presentationml.slide+xml"/>
  <Override PartName="/ppt/slideMasters/slideMaster179.xml" ContentType="application/vnd.openxmlformats-officedocument.presentationml.slideMaster+xml"/>
  <Override PartName="/ppt/slides/slide179.xml" ContentType="application/vnd.openxmlformats-officedocument.presentationml.slide+xml"/>
  <Override PartName="/ppt/slideMasters/slideMaster180.xml" ContentType="application/vnd.openxmlformats-officedocument.presentationml.slideMaster+xml"/>
  <Override PartName="/ppt/slides/slide180.xml" ContentType="application/vnd.openxmlformats-officedocument.presentationml.slide+xml"/>
  <Override PartName="/ppt/slideMasters/slideMaster181.xml" ContentType="application/vnd.openxmlformats-officedocument.presentationml.slideMaster+xml"/>
  <Override PartName="/ppt/slides/slide181.xml" ContentType="application/vnd.openxmlformats-officedocument.presentationml.slide+xml"/>
  <Override PartName="/ppt/slideMasters/slideMaster182.xml" ContentType="application/vnd.openxmlformats-officedocument.presentationml.slideMaster+xml"/>
  <Override PartName="/ppt/slides/slide182.xml" ContentType="application/vnd.openxmlformats-officedocument.presentationml.slide+xml"/>
  <Override PartName="/ppt/slideMasters/slideMaster183.xml" ContentType="application/vnd.openxmlformats-officedocument.presentationml.slideMaster+xml"/>
  <Override PartName="/ppt/slides/slide183.xml" ContentType="application/vnd.openxmlformats-officedocument.presentationml.slide+xml"/>
  <Override PartName="/ppt/slideMasters/slideMaster184.xml" ContentType="application/vnd.openxmlformats-officedocument.presentationml.slideMaster+xml"/>
  <Override PartName="/ppt/slides/slide184.xml" ContentType="application/vnd.openxmlformats-officedocument.presentationml.slide+xml"/>
  <Override PartName="/ppt/slideMasters/slideMaster185.xml" ContentType="application/vnd.openxmlformats-officedocument.presentationml.slideMaster+xml"/>
  <Override PartName="/ppt/slides/slide185.xml" ContentType="application/vnd.openxmlformats-officedocument.presentationml.slide+xml"/>
  <Override PartName="/ppt/slideMasters/slideMaster186.xml" ContentType="application/vnd.openxmlformats-officedocument.presentationml.slideMaster+xml"/>
  <Override PartName="/ppt/slides/slide186.xml" ContentType="application/vnd.openxmlformats-officedocument.presentationml.slide+xml"/>
  <Override PartName="/ppt/slideMasters/slideMaster187.xml" ContentType="application/vnd.openxmlformats-officedocument.presentationml.slideMaster+xml"/>
  <Override PartName="/ppt/slides/slide187.xml" ContentType="application/vnd.openxmlformats-officedocument.presentationml.slide+xml"/>
  <Override PartName="/ppt/slideMasters/slideMaster188.xml" ContentType="application/vnd.openxmlformats-officedocument.presentationml.slideMaster+xml"/>
  <Override PartName="/ppt/slides/slide188.xml" ContentType="application/vnd.openxmlformats-officedocument.presentationml.slide+xml"/>
  <Override PartName="/ppt/slideMasters/slideMaster189.xml" ContentType="application/vnd.openxmlformats-officedocument.presentationml.slideMaster+xml"/>
  <Override PartName="/ppt/slides/slide189.xml" ContentType="application/vnd.openxmlformats-officedocument.presentationml.slide+xml"/>
  <Override PartName="/ppt/slideMasters/slideMaster190.xml" ContentType="application/vnd.openxmlformats-officedocument.presentationml.slideMaster+xml"/>
  <Override PartName="/ppt/slides/slide190.xml" ContentType="application/vnd.openxmlformats-officedocument.presentationml.slide+xml"/>
  <Override PartName="/ppt/slideMasters/slideMaster191.xml" ContentType="application/vnd.openxmlformats-officedocument.presentationml.slideMaster+xml"/>
  <Override PartName="/ppt/slides/slide191.xml" ContentType="application/vnd.openxmlformats-officedocument.presentationml.slide+xml"/>
  <Override PartName="/ppt/slideMasters/slideMaster192.xml" ContentType="application/vnd.openxmlformats-officedocument.presentationml.slideMaster+xml"/>
  <Override PartName="/ppt/slides/slide192.xml" ContentType="application/vnd.openxmlformats-officedocument.presentationml.slide+xml"/>
  <Override PartName="/ppt/slideMasters/slideMaster193.xml" ContentType="application/vnd.openxmlformats-officedocument.presentationml.slideMaster+xml"/>
  <Override PartName="/ppt/slides/slide193.xml" ContentType="application/vnd.openxmlformats-officedocument.presentationml.slide+xml"/>
  <Override PartName="/ppt/slideMasters/slideMaster194.xml" ContentType="application/vnd.openxmlformats-officedocument.presentationml.slideMaster+xml"/>
  <Override PartName="/ppt/slides/slide194.xml" ContentType="application/vnd.openxmlformats-officedocument.presentationml.slide+xml"/>
  <Override PartName="/ppt/slideMasters/slideMaster195.xml" ContentType="application/vnd.openxmlformats-officedocument.presentationml.slideMaster+xml"/>
  <Override PartName="/ppt/slides/slide195.xml" ContentType="application/vnd.openxmlformats-officedocument.presentationml.slide+xml"/>
  <Override PartName="/ppt/slideMasters/slideMaster196.xml" ContentType="application/vnd.openxmlformats-officedocument.presentationml.slideMaster+xml"/>
  <Override PartName="/ppt/slides/slide196.xml" ContentType="application/vnd.openxmlformats-officedocument.presentationml.slide+xml"/>
  <Override PartName="/ppt/slideMasters/slideMaster197.xml" ContentType="application/vnd.openxmlformats-officedocument.presentationml.slideMaster+xml"/>
  <Override PartName="/ppt/slides/slide197.xml" ContentType="application/vnd.openxmlformats-officedocument.presentationml.slide+xml"/>
  <Override PartName="/ppt/slideMasters/slideMaster198.xml" ContentType="application/vnd.openxmlformats-officedocument.presentationml.slideMaster+xml"/>
  <Override PartName="/ppt/slides/slide198.xml" ContentType="application/vnd.openxmlformats-officedocument.presentationml.slide+xml"/>
  <Override PartName="/ppt/slideMasters/slideMaster199.xml" ContentType="application/vnd.openxmlformats-officedocument.presentationml.slideMaster+xml"/>
  <Override PartName="/ppt/slides/slide199.xml" ContentType="application/vnd.openxmlformats-officedocument.presentationml.slide+xml"/>
  <Override PartName="/ppt/slideMasters/slideMaster200.xml" ContentType="application/vnd.openxmlformats-officedocument.presentationml.slideMaster+xml"/>
  <Override PartName="/ppt/slides/slide200.xml" ContentType="application/vnd.openxmlformats-officedocument.presentationml.slide+xml"/>
  <Override PartName="/ppt/slideMasters/slideMaster201.xml" ContentType="application/vnd.openxmlformats-officedocument.presentationml.slideMaster+xml"/>
  <Override PartName="/ppt/slides/slide201.xml" ContentType="application/vnd.openxmlformats-officedocument.presentationml.slide+xml"/>
  <Override PartName="/ppt/slideMasters/slideMaster202.xml" ContentType="application/vnd.openxmlformats-officedocument.presentationml.slideMaster+xml"/>
  <Override PartName="/ppt/slides/slide202.xml" ContentType="application/vnd.openxmlformats-officedocument.presentationml.slide+xml"/>
  <Override PartName="/ppt/slideMasters/slideMaster203.xml" ContentType="application/vnd.openxmlformats-officedocument.presentationml.slideMaster+xml"/>
  <Override PartName="/ppt/slides/slide203.xml" ContentType="application/vnd.openxmlformats-officedocument.presentationml.slide+xml"/>
  <Override PartName="/ppt/slideMasters/slideMaster204.xml" ContentType="application/vnd.openxmlformats-officedocument.presentationml.slideMaster+xml"/>
  <Override PartName="/ppt/slides/slide204.xml" ContentType="application/vnd.openxmlformats-officedocument.presentationml.slide+xml"/>
  <Override PartName="/ppt/slideMasters/slideMaster205.xml" ContentType="application/vnd.openxmlformats-officedocument.presentationml.slideMaster+xml"/>
  <Override PartName="/ppt/slides/slide205.xml" ContentType="application/vnd.openxmlformats-officedocument.presentationml.slide+xml"/>
  <Override PartName="/ppt/slideMasters/slideMaster206.xml" ContentType="application/vnd.openxmlformats-officedocument.presentationml.slideMaster+xml"/>
  <Override PartName="/ppt/slides/slide206.xml" ContentType="application/vnd.openxmlformats-officedocument.presentationml.slide+xml"/>
  <Override PartName="/ppt/slideMasters/slideMaster207.xml" ContentType="application/vnd.openxmlformats-officedocument.presentationml.slideMaster+xml"/>
  <Override PartName="/ppt/slides/slide207.xml" ContentType="application/vnd.openxmlformats-officedocument.presentationml.slide+xml"/>
  <Override PartName="/ppt/slideMasters/slideMaster208.xml" ContentType="application/vnd.openxmlformats-officedocument.presentationml.slideMaster+xml"/>
  <Override PartName="/ppt/slides/slide208.xml" ContentType="application/vnd.openxmlformats-officedocument.presentationml.slide+xml"/>
  <Override PartName="/ppt/slideMasters/slideMaster209.xml" ContentType="application/vnd.openxmlformats-officedocument.presentationml.slideMaster+xml"/>
  <Override PartName="/ppt/slides/slide209.xml" ContentType="application/vnd.openxmlformats-officedocument.presentationml.slide+xml"/>
  <Override PartName="/ppt/slideMasters/slideMaster210.xml" ContentType="application/vnd.openxmlformats-officedocument.presentationml.slideMaster+xml"/>
  <Override PartName="/ppt/slides/slide210.xml" ContentType="application/vnd.openxmlformats-officedocument.presentationml.slide+xml"/>
  <Override PartName="/ppt/slideMasters/slideMaster211.xml" ContentType="application/vnd.openxmlformats-officedocument.presentationml.slideMaster+xml"/>
  <Override PartName="/ppt/slides/slide211.xml" ContentType="application/vnd.openxmlformats-officedocument.presentationml.slide+xml"/>
  <Override PartName="/ppt/slideMasters/slideMaster212.xml" ContentType="application/vnd.openxmlformats-officedocument.presentationml.slideMaster+xml"/>
  <Override PartName="/ppt/slides/slide212.xml" ContentType="application/vnd.openxmlformats-officedocument.presentationml.slide+xml"/>
  <Override PartName="/ppt/slideMasters/slideMaster213.xml" ContentType="application/vnd.openxmlformats-officedocument.presentationml.slideMaster+xml"/>
  <Override PartName="/ppt/slides/slide213.xml" ContentType="application/vnd.openxmlformats-officedocument.presentationml.slide+xml"/>
  <Override PartName="/ppt/slideMasters/slideMaster214.xml" ContentType="application/vnd.openxmlformats-officedocument.presentationml.slideMaster+xml"/>
  <Override PartName="/ppt/slides/slide214.xml" ContentType="application/vnd.openxmlformats-officedocument.presentationml.slide+xml"/>
  <Override PartName="/ppt/slideMasters/slideMaster215.xml" ContentType="application/vnd.openxmlformats-officedocument.presentationml.slideMaster+xml"/>
  <Override PartName="/ppt/slides/slide215.xml" ContentType="application/vnd.openxmlformats-officedocument.presentationml.slide+xml"/>
  <Override PartName="/ppt/slideMasters/slideMaster216.xml" ContentType="application/vnd.openxmlformats-officedocument.presentationml.slideMaster+xml"/>
  <Override PartName="/ppt/slides/slide216.xml" ContentType="application/vnd.openxmlformats-officedocument.presentationml.slide+xml"/>
  <Override PartName="/ppt/slideMasters/slideMaster217.xml" ContentType="application/vnd.openxmlformats-officedocument.presentationml.slideMaster+xml"/>
  <Override PartName="/ppt/slides/slide217.xml" ContentType="application/vnd.openxmlformats-officedocument.presentationml.slide+xml"/>
  <Override PartName="/ppt/slideMasters/slideMaster218.xml" ContentType="application/vnd.openxmlformats-officedocument.presentationml.slideMaster+xml"/>
  <Override PartName="/ppt/slides/slide218.xml" ContentType="application/vnd.openxmlformats-officedocument.presentationml.slide+xml"/>
  <Override PartName="/ppt/slideMasters/slideMaster219.xml" ContentType="application/vnd.openxmlformats-officedocument.presentationml.slideMaster+xml"/>
  <Override PartName="/ppt/slides/slide219.xml" ContentType="application/vnd.openxmlformats-officedocument.presentationml.slide+xml"/>
  <Override PartName="/ppt/slideMasters/slideMaster220.xml" ContentType="application/vnd.openxmlformats-officedocument.presentationml.slideMaster+xml"/>
  <Override PartName="/ppt/slides/slide220.xml" ContentType="application/vnd.openxmlformats-officedocument.presentationml.slide+xml"/>
  <Override PartName="/ppt/slideMasters/slideMaster221.xml" ContentType="application/vnd.openxmlformats-officedocument.presentationml.slideMaster+xml"/>
  <Override PartName="/ppt/slides/slide221.xml" ContentType="application/vnd.openxmlformats-officedocument.presentationml.slide+xml"/>
  <Override PartName="/ppt/slideMasters/slideMaster222.xml" ContentType="application/vnd.openxmlformats-officedocument.presentationml.slideMaster+xml"/>
  <Override PartName="/ppt/slides/slide222.xml" ContentType="application/vnd.openxmlformats-officedocument.presentationml.slide+xml"/>
  <Override PartName="/ppt/slideMasters/slideMaster223.xml" ContentType="application/vnd.openxmlformats-officedocument.presentationml.slideMaster+xml"/>
  <Override PartName="/ppt/slides/slide223.xml" ContentType="application/vnd.openxmlformats-officedocument.presentationml.slide+xml"/>
  <Override PartName="/ppt/slideMasters/slideMaster224.xml" ContentType="application/vnd.openxmlformats-officedocument.presentationml.slideMaster+xml"/>
  <Override PartName="/ppt/slides/slide224.xml" ContentType="application/vnd.openxmlformats-officedocument.presentationml.slide+xml"/>
  <Override PartName="/ppt/slideMasters/slideMaster225.xml" ContentType="application/vnd.openxmlformats-officedocument.presentationml.slideMaster+xml"/>
  <Override PartName="/ppt/slides/slide225.xml" ContentType="application/vnd.openxmlformats-officedocument.presentationml.slide+xml"/>
  <Override PartName="/ppt/slideMasters/slideMaster226.xml" ContentType="application/vnd.openxmlformats-officedocument.presentationml.slideMaster+xml"/>
  <Override PartName="/ppt/slides/slide226.xml" ContentType="application/vnd.openxmlformats-officedocument.presentationml.slide+xml"/>
  <Override PartName="/ppt/slideMasters/slideMaster227.xml" ContentType="application/vnd.openxmlformats-officedocument.presentationml.slideMaster+xml"/>
  <Override PartName="/ppt/slides/slide227.xml" ContentType="application/vnd.openxmlformats-officedocument.presentationml.slide+xml"/>
  <Override PartName="/ppt/slideMasters/slideMaster228.xml" ContentType="application/vnd.openxmlformats-officedocument.presentationml.slideMaster+xml"/>
  <Override PartName="/ppt/slides/slide228.xml" ContentType="application/vnd.openxmlformats-officedocument.presentationml.slide+xml"/>
  <Override PartName="/ppt/slideMasters/slideMaster229.xml" ContentType="application/vnd.openxmlformats-officedocument.presentationml.slideMaster+xml"/>
  <Override PartName="/ppt/slides/slide229.xml" ContentType="application/vnd.openxmlformats-officedocument.presentationml.slide+xml"/>
  <Override PartName="/ppt/slideMasters/slideMaster230.xml" ContentType="application/vnd.openxmlformats-officedocument.presentationml.slideMaster+xml"/>
  <Override PartName="/ppt/slides/slide230.xml" ContentType="application/vnd.openxmlformats-officedocument.presentationml.slide+xml"/>
  <Override PartName="/ppt/slideMasters/slideMaster231.xml" ContentType="application/vnd.openxmlformats-officedocument.presentationml.slideMaster+xml"/>
  <Override PartName="/ppt/slides/slide231.xml" ContentType="application/vnd.openxmlformats-officedocument.presentationml.slide+xml"/>
  <Override PartName="/ppt/slideMasters/slideMaster232.xml" ContentType="application/vnd.openxmlformats-officedocument.presentationml.slideMaster+xml"/>
  <Override PartName="/ppt/slides/slide232.xml" ContentType="application/vnd.openxmlformats-officedocument.presentationml.slide+xml"/>
  <Override PartName="/ppt/slideMasters/slideMaster233.xml" ContentType="application/vnd.openxmlformats-officedocument.presentationml.slideMaster+xml"/>
  <Override PartName="/ppt/slides/slide233.xml" ContentType="application/vnd.openxmlformats-officedocument.presentationml.slide+xml"/>
  <Override PartName="/ppt/slideMasters/slideMaster234.xml" ContentType="application/vnd.openxmlformats-officedocument.presentationml.slideMaster+xml"/>
  <Override PartName="/ppt/slides/slide234.xml" ContentType="application/vnd.openxmlformats-officedocument.presentationml.slide+xml"/>
  <Override PartName="/ppt/slideMasters/slideMaster235.xml" ContentType="application/vnd.openxmlformats-officedocument.presentationml.slideMaster+xml"/>
  <Override PartName="/ppt/slides/slide235.xml" ContentType="application/vnd.openxmlformats-officedocument.presentationml.slide+xml"/>
  <Override PartName="/ppt/slideMasters/slideMaster236.xml" ContentType="application/vnd.openxmlformats-officedocument.presentationml.slideMaster+xml"/>
  <Override PartName="/ppt/slides/slide236.xml" ContentType="application/vnd.openxmlformats-officedocument.presentationml.slide+xml"/>
  <Override PartName="/ppt/slideMasters/slideMaster237.xml" ContentType="application/vnd.openxmlformats-officedocument.presentationml.slideMaster+xml"/>
  <Override PartName="/ppt/slides/slide237.xml" ContentType="application/vnd.openxmlformats-officedocument.presentationml.slide+xml"/>
  <Override PartName="/ppt/slideMasters/slideMaster238.xml" ContentType="application/vnd.openxmlformats-officedocument.presentationml.slideMaster+xml"/>
  <Override PartName="/ppt/slides/slide238.xml" ContentType="application/vnd.openxmlformats-officedocument.presentationml.slide+xml"/>
  <Override PartName="/ppt/slideMasters/slideMaster239.xml" ContentType="application/vnd.openxmlformats-officedocument.presentationml.slideMaster+xml"/>
  <Override PartName="/ppt/slides/slide239.xml" ContentType="application/vnd.openxmlformats-officedocument.presentationml.slide+xml"/>
  <Override PartName="/ppt/slideMasters/slideMaster240.xml" ContentType="application/vnd.openxmlformats-officedocument.presentationml.slideMaster+xml"/>
  <Override PartName="/ppt/slides/slide240.xml" ContentType="application/vnd.openxmlformats-officedocument.presentationml.slide+xml"/>
  <Override PartName="/ppt/slideMasters/slideMaster241.xml" ContentType="application/vnd.openxmlformats-officedocument.presentationml.slideMaster+xml"/>
  <Override PartName="/ppt/slides/slide241.xml" ContentType="application/vnd.openxmlformats-officedocument.presentationml.slide+xml"/>
  <Override PartName="/ppt/slideMasters/slideMaster242.xml" ContentType="application/vnd.openxmlformats-officedocument.presentationml.slideMaster+xml"/>
  <Override PartName="/ppt/slides/slide242.xml" ContentType="application/vnd.openxmlformats-officedocument.presentationml.slide+xml"/>
  <Override PartName="/ppt/slideMasters/slideMaster243.xml" ContentType="application/vnd.openxmlformats-officedocument.presentationml.slideMaster+xml"/>
  <Override PartName="/ppt/slides/slide243.xml" ContentType="application/vnd.openxmlformats-officedocument.presentationml.slide+xml"/>
  <Override PartName="/ppt/slideMasters/slideMaster244.xml" ContentType="application/vnd.openxmlformats-officedocument.presentationml.slideMaster+xml"/>
  <Override PartName="/ppt/slides/slide244.xml" ContentType="application/vnd.openxmlformats-officedocument.presentationml.slide+xml"/>
  <Override PartName="/ppt/slideMasters/slideMaster245.xml" ContentType="application/vnd.openxmlformats-officedocument.presentationml.slideMaster+xml"/>
  <Override PartName="/ppt/slides/slide245.xml" ContentType="application/vnd.openxmlformats-officedocument.presentationml.slide+xml"/>
  <Override PartName="/ppt/slideMasters/slideMaster246.xml" ContentType="application/vnd.openxmlformats-officedocument.presentationml.slideMaster+xml"/>
  <Override PartName="/ppt/slides/slide246.xml" ContentType="application/vnd.openxmlformats-officedocument.presentationml.slide+xml"/>
  <Override PartName="/ppt/slideMasters/slideMaster247.xml" ContentType="application/vnd.openxmlformats-officedocument.presentationml.slideMaster+xml"/>
  <Override PartName="/ppt/slides/slide247.xml" ContentType="application/vnd.openxmlformats-officedocument.presentationml.slide+xml"/>
  <Override PartName="/ppt/slideMasters/slideMaster248.xml" ContentType="application/vnd.openxmlformats-officedocument.presentationml.slideMaster+xml"/>
  <Override PartName="/ppt/slides/slide248.xml" ContentType="application/vnd.openxmlformats-officedocument.presentationml.slide+xml"/>
  <Override PartName="/ppt/slideMasters/slideMaster249.xml" ContentType="application/vnd.openxmlformats-officedocument.presentationml.slideMaster+xml"/>
  <Override PartName="/ppt/slides/slide249.xml" ContentType="application/vnd.openxmlformats-officedocument.presentationml.slide+xml"/>
  <Override PartName="/ppt/slideMasters/slideMaster250.xml" ContentType="application/vnd.openxmlformats-officedocument.presentationml.slideMaster+xml"/>
  <Override PartName="/ppt/slides/slide250.xml" ContentType="application/vnd.openxmlformats-officedocument.presentationml.slide+xml"/>
  <Override PartName="/ppt/slideMasters/slideMaster251.xml" ContentType="application/vnd.openxmlformats-officedocument.presentationml.slideMaster+xml"/>
  <Override PartName="/ppt/slides/slide251.xml" ContentType="application/vnd.openxmlformats-officedocument.presentationml.slide+xml"/>
  <Override PartName="/ppt/slideMasters/slideMaster252.xml" ContentType="application/vnd.openxmlformats-officedocument.presentationml.slideMaster+xml"/>
  <Override PartName="/ppt/slides/slide252.xml" ContentType="application/vnd.openxmlformats-officedocument.presentationml.slide+xml"/>
  <Override PartName="/ppt/slideMasters/slideMaster253.xml" ContentType="application/vnd.openxmlformats-officedocument.presentationml.slideMaster+xml"/>
  <Override PartName="/ppt/slides/slide253.xml" ContentType="application/vnd.openxmlformats-officedocument.presentationml.slide+xml"/>
  <Override PartName="/ppt/slideMasters/slideMaster254.xml" ContentType="application/vnd.openxmlformats-officedocument.presentationml.slideMaster+xml"/>
  <Override PartName="/ppt/slides/slide254.xml" ContentType="application/vnd.openxmlformats-officedocument.presentationml.slide+xml"/>
  <Override PartName="/ppt/slideMasters/slideMaster255.xml" ContentType="application/vnd.openxmlformats-officedocument.presentationml.slideMaster+xml"/>
  <Override PartName="/ppt/slides/slide255.xml" ContentType="application/vnd.openxmlformats-officedocument.presentationml.slide+xml"/>
  <Override PartName="/ppt/slideMasters/slideMaster256.xml" ContentType="application/vnd.openxmlformats-officedocument.presentationml.slideMaster+xml"/>
  <Override PartName="/ppt/slides/slide256.xml" ContentType="application/vnd.openxmlformats-officedocument.presentationml.slide+xml"/>
  <Override PartName="/ppt/slideMasters/slideMaster257.xml" ContentType="application/vnd.openxmlformats-officedocument.presentationml.slideMaster+xml"/>
  <Override PartName="/ppt/slides/slide257.xml" ContentType="application/vnd.openxmlformats-officedocument.presentationml.slide+xml"/>
  <Override PartName="/ppt/slideMasters/slideMaster258.xml" ContentType="application/vnd.openxmlformats-officedocument.presentationml.slideMaster+xml"/>
  <Override PartName="/ppt/slides/slide258.xml" ContentType="application/vnd.openxmlformats-officedocument.presentationml.slide+xml"/>
  <Override PartName="/ppt/slideMasters/slideMaster259.xml" ContentType="application/vnd.openxmlformats-officedocument.presentationml.slideMaster+xml"/>
  <Override PartName="/ppt/slides/slide259.xml" ContentType="application/vnd.openxmlformats-officedocument.presentationml.slide+xml"/>
  <Override PartName="/ppt/slideMasters/slideMaster260.xml" ContentType="application/vnd.openxmlformats-officedocument.presentationml.slideMaster+xml"/>
  <Override PartName="/ppt/slides/slide260.xml" ContentType="application/vnd.openxmlformats-officedocument.presentationml.slide+xml"/>
  <Override PartName="/ppt/slideMasters/slideMaster261.xml" ContentType="application/vnd.openxmlformats-officedocument.presentationml.slideMaster+xml"/>
  <Override PartName="/ppt/slides/slide261.xml" ContentType="application/vnd.openxmlformats-officedocument.presentationml.slide+xml"/>
  <Override PartName="/ppt/slideMasters/slideMaster262.xml" ContentType="application/vnd.openxmlformats-officedocument.presentationml.slideMaster+xml"/>
  <Override PartName="/ppt/slides/slide262.xml" ContentType="application/vnd.openxmlformats-officedocument.presentationml.slide+xml"/>
  <Override PartName="/ppt/slideMasters/slideMaster263.xml" ContentType="application/vnd.openxmlformats-officedocument.presentationml.slideMaster+xml"/>
  <Override PartName="/ppt/slides/slide263.xml" ContentType="application/vnd.openxmlformats-officedocument.presentationml.slide+xml"/>
  <Override PartName="/ppt/slideMasters/slideMaster264.xml" ContentType="application/vnd.openxmlformats-officedocument.presentationml.slideMaster+xml"/>
  <Override PartName="/ppt/slides/slide264.xml" ContentType="application/vnd.openxmlformats-officedocument.presentationml.slide+xml"/>
  <Override PartName="/ppt/slideMasters/slideMaster265.xml" ContentType="application/vnd.openxmlformats-officedocument.presentationml.slideMaster+xml"/>
  <Override PartName="/ppt/slides/slide265.xml" ContentType="application/vnd.openxmlformats-officedocument.presentationml.slide+xml"/>
  <Override PartName="/ppt/slideMasters/slideMaster266.xml" ContentType="application/vnd.openxmlformats-officedocument.presentationml.slideMaster+xml"/>
  <Override PartName="/ppt/slides/slide266.xml" ContentType="application/vnd.openxmlformats-officedocument.presentationml.slide+xml"/>
  <Override PartName="/ppt/slideMasters/slideMaster267.xml" ContentType="application/vnd.openxmlformats-officedocument.presentationml.slideMaster+xml"/>
  <Override PartName="/ppt/slides/slide267.xml" ContentType="application/vnd.openxmlformats-officedocument.presentationml.slide+xml"/>
  <Override PartName="/ppt/slideMasters/slideMaster268.xml" ContentType="application/vnd.openxmlformats-officedocument.presentationml.slideMaster+xml"/>
  <Override PartName="/ppt/slides/slide268.xml" ContentType="application/vnd.openxmlformats-officedocument.presentationml.slide+xml"/>
  <Override PartName="/ppt/slideMasters/slideMaster269.xml" ContentType="application/vnd.openxmlformats-officedocument.presentationml.slideMaster+xml"/>
  <Override PartName="/ppt/slides/slide269.xml" ContentType="application/vnd.openxmlformats-officedocument.presentationml.slide+xml"/>
  <Override PartName="/ppt/slideMasters/slideMaster270.xml" ContentType="application/vnd.openxmlformats-officedocument.presentationml.slideMaster+xml"/>
  <Override PartName="/ppt/slides/slide270.xml" ContentType="application/vnd.openxmlformats-officedocument.presentationml.slide+xml"/>
  <Override PartName="/ppt/slideMasters/slideMaster271.xml" ContentType="application/vnd.openxmlformats-officedocument.presentationml.slideMaster+xml"/>
  <Override PartName="/ppt/slides/slide271.xml" ContentType="application/vnd.openxmlformats-officedocument.presentationml.slide+xml"/>
  <Override PartName="/ppt/slideMasters/slideMaster272.xml" ContentType="application/vnd.openxmlformats-officedocument.presentationml.slideMaster+xml"/>
  <Override PartName="/ppt/slides/slide272.xml" ContentType="application/vnd.openxmlformats-officedocument.presentationml.slide+xml"/>
  <Override PartName="/ppt/slideMasters/slideMaster273.xml" ContentType="application/vnd.openxmlformats-officedocument.presentationml.slideMaster+xml"/>
  <Override PartName="/ppt/slides/slide273.xml" ContentType="application/vnd.openxmlformats-officedocument.presentationml.slide+xml"/>
  <Override PartName="/ppt/slideMasters/slideMaster274.xml" ContentType="application/vnd.openxmlformats-officedocument.presentationml.slideMaster+xml"/>
  <Override PartName="/ppt/slides/slide274.xml" ContentType="application/vnd.openxmlformats-officedocument.presentationml.slide+xml"/>
  <Override PartName="/ppt/slideMasters/slideMaster275.xml" ContentType="application/vnd.openxmlformats-officedocument.presentationml.slideMaster+xml"/>
  <Override PartName="/ppt/slides/slide275.xml" ContentType="application/vnd.openxmlformats-officedocument.presentationml.slide+xml"/>
  <Override PartName="/ppt/slideMasters/slideMaster276.xml" ContentType="application/vnd.openxmlformats-officedocument.presentationml.slideMaster+xml"/>
  <Override PartName="/ppt/slides/slide276.xml" ContentType="application/vnd.openxmlformats-officedocument.presentationml.slide+xml"/>
  <Override PartName="/ppt/slideMasters/slideMaster277.xml" ContentType="application/vnd.openxmlformats-officedocument.presentationml.slideMaster+xml"/>
  <Override PartName="/ppt/slides/slide277.xml" ContentType="application/vnd.openxmlformats-officedocument.presentationml.slide+xml"/>
  <Override PartName="/ppt/slideMasters/slideMaster278.xml" ContentType="application/vnd.openxmlformats-officedocument.presentationml.slideMaster+xml"/>
  <Override PartName="/ppt/slides/slide278.xml" ContentType="application/vnd.openxmlformats-officedocument.presentationml.slide+xml"/>
  <Override PartName="/ppt/slideMasters/slideMaster279.xml" ContentType="application/vnd.openxmlformats-officedocument.presentationml.slideMaster+xml"/>
  <Override PartName="/ppt/slides/slide279.xml" ContentType="application/vnd.openxmlformats-officedocument.presentationml.slide+xml"/>
  <Override PartName="/ppt/slideMasters/slideMaster280.xml" ContentType="application/vnd.openxmlformats-officedocument.presentationml.slideMaster+xml"/>
  <Override PartName="/ppt/slides/slide280.xml" ContentType="application/vnd.openxmlformats-officedocument.presentationml.slide+xml"/>
  <Override PartName="/ppt/slideMasters/slideMaster281.xml" ContentType="application/vnd.openxmlformats-officedocument.presentationml.slideMaster+xml"/>
  <Override PartName="/ppt/slides/slide281.xml" ContentType="application/vnd.openxmlformats-officedocument.presentationml.slide+xml"/>
  <Override PartName="/ppt/slideMasters/slideMaster282.xml" ContentType="application/vnd.openxmlformats-officedocument.presentationml.slideMaster+xml"/>
  <Override PartName="/ppt/slides/slide282.xml" ContentType="application/vnd.openxmlformats-officedocument.presentationml.slide+xml"/>
  <Override PartName="/ppt/slideMasters/slideMaster283.xml" ContentType="application/vnd.openxmlformats-officedocument.presentationml.slideMaster+xml"/>
  <Override PartName="/ppt/slides/slide283.xml" ContentType="application/vnd.openxmlformats-officedocument.presentationml.slide+xml"/>
  <Override PartName="/ppt/slideMasters/slideMaster284.xml" ContentType="application/vnd.openxmlformats-officedocument.presentationml.slideMaster+xml"/>
  <Override PartName="/ppt/slides/slide284.xml" ContentType="application/vnd.openxmlformats-officedocument.presentationml.slide+xml"/>
  <Override PartName="/ppt/slideMasters/slideMaster285.xml" ContentType="application/vnd.openxmlformats-officedocument.presentationml.slideMaster+xml"/>
  <Override PartName="/ppt/slides/slide285.xml" ContentType="application/vnd.openxmlformats-officedocument.presentationml.slide+xml"/>
  <Override PartName="/ppt/slideMasters/slideMaster286.xml" ContentType="application/vnd.openxmlformats-officedocument.presentationml.slideMaster+xml"/>
  <Override PartName="/ppt/slides/slide286.xml" ContentType="application/vnd.openxmlformats-officedocument.presentationml.slide+xml"/>
  <Override PartName="/ppt/slideMasters/slideMaster287.xml" ContentType="application/vnd.openxmlformats-officedocument.presentationml.slideMaster+xml"/>
  <Override PartName="/ppt/slides/slide287.xml" ContentType="application/vnd.openxmlformats-officedocument.presentationml.slide+xml"/>
  <Override PartName="/ppt/slideMasters/slideMaster288.xml" ContentType="application/vnd.openxmlformats-officedocument.presentationml.slideMaster+xml"/>
  <Override PartName="/ppt/slides/slide288.xml" ContentType="application/vnd.openxmlformats-officedocument.presentationml.slide+xml"/>
  <Override PartName="/ppt/slideMasters/slideMaster289.xml" ContentType="application/vnd.openxmlformats-officedocument.presentationml.slideMaster+xml"/>
  <Override PartName="/ppt/slides/slide289.xml" ContentType="application/vnd.openxmlformats-officedocument.presentationml.slide+xml"/>
  <Override PartName="/ppt/slideMasters/slideMaster290.xml" ContentType="application/vnd.openxmlformats-officedocument.presentationml.slideMaster+xml"/>
  <Override PartName="/ppt/slides/slide290.xml" ContentType="application/vnd.openxmlformats-officedocument.presentationml.slide+xml"/>
  <Override PartName="/ppt/slideMasters/slideMaster291.xml" ContentType="application/vnd.openxmlformats-officedocument.presentationml.slideMaster+xml"/>
  <Override PartName="/ppt/slides/slide291.xml" ContentType="application/vnd.openxmlformats-officedocument.presentationml.slide+xml"/>
  <Override PartName="/ppt/slideMasters/slideMaster292.xml" ContentType="application/vnd.openxmlformats-officedocument.presentationml.slideMaster+xml"/>
  <Override PartName="/ppt/slides/slide292.xml" ContentType="application/vnd.openxmlformats-officedocument.presentationml.slide+xml"/>
  <Override PartName="/ppt/slideMasters/slideMaster293.xml" ContentType="application/vnd.openxmlformats-officedocument.presentationml.slideMaster+xml"/>
  <Override PartName="/ppt/slides/slide293.xml" ContentType="application/vnd.openxmlformats-officedocument.presentationml.slide+xml"/>
  <Override PartName="/ppt/slideMasters/slideMaster294.xml" ContentType="application/vnd.openxmlformats-officedocument.presentationml.slideMaster+xml"/>
  <Override PartName="/ppt/slides/slide294.xml" ContentType="application/vnd.openxmlformats-officedocument.presentationml.slide+xml"/>
  <Override PartName="/ppt/slideMasters/slideMaster295.xml" ContentType="application/vnd.openxmlformats-officedocument.presentationml.slideMaster+xml"/>
  <Override PartName="/ppt/slides/slide295.xml" ContentType="application/vnd.openxmlformats-officedocument.presentationml.slide+xml"/>
  <Override PartName="/ppt/slideMasters/slideMaster296.xml" ContentType="application/vnd.openxmlformats-officedocument.presentationml.slideMaster+xml"/>
  <Override PartName="/ppt/slides/slide296.xml" ContentType="application/vnd.openxmlformats-officedocument.presentationml.slide+xml"/>
  <Override PartName="/ppt/slideMasters/slideMaster297.xml" ContentType="application/vnd.openxmlformats-officedocument.presentationml.slideMaster+xml"/>
  <Override PartName="/ppt/slides/slide297.xml" ContentType="application/vnd.openxmlformats-officedocument.presentationml.slide+xml"/>
  <Override PartName="/ppt/slideMasters/slideMaster298.xml" ContentType="application/vnd.openxmlformats-officedocument.presentationml.slideMaster+xml"/>
  <Override PartName="/ppt/slides/slide298.xml" ContentType="application/vnd.openxmlformats-officedocument.presentationml.slide+xml"/>
  <Override PartName="/ppt/slideMasters/slideMaster299.xml" ContentType="application/vnd.openxmlformats-officedocument.presentationml.slideMaster+xml"/>
  <Override PartName="/ppt/slides/slide299.xml" ContentType="application/vnd.openxmlformats-officedocument.presentationml.slide+xml"/>
  <Override PartName="/ppt/slideMasters/slideMaster300.xml" ContentType="application/vnd.openxmlformats-officedocument.presentationml.slideMaster+xml"/>
  <Override PartName="/ppt/slides/slide300.xml" ContentType="application/vnd.openxmlformats-officedocument.presentationml.slide+xml"/>
  <Override PartName="/ppt/slideMasters/slideMaster301.xml" ContentType="application/vnd.openxmlformats-officedocument.presentationml.slideMaster+xml"/>
  <Override PartName="/ppt/slides/slide301.xml" ContentType="application/vnd.openxmlformats-officedocument.presentationml.slide+xml"/>
  <Override PartName="/ppt/slideMasters/slideMaster302.xml" ContentType="application/vnd.openxmlformats-officedocument.presentationml.slideMaster+xml"/>
  <Override PartName="/ppt/slides/slide302.xml" ContentType="application/vnd.openxmlformats-officedocument.presentationml.slide+xml"/>
  <Override PartName="/ppt/slideMasters/slideMaster303.xml" ContentType="application/vnd.openxmlformats-officedocument.presentationml.slideMaster+xml"/>
  <Override PartName="/ppt/slides/slide303.xml" ContentType="application/vnd.openxmlformats-officedocument.presentationml.slide+xml"/>
  <Override PartName="/ppt/slideMasters/slideMaster304.xml" ContentType="application/vnd.openxmlformats-officedocument.presentationml.slideMaster+xml"/>
  <Override PartName="/ppt/slides/slide304.xml" ContentType="application/vnd.openxmlformats-officedocument.presentationml.slide+xml"/>
  <Override PartName="/ppt/slideMasters/slideMaster305.xml" ContentType="application/vnd.openxmlformats-officedocument.presentationml.slideMaster+xml"/>
  <Override PartName="/ppt/slides/slide305.xml" ContentType="application/vnd.openxmlformats-officedocument.presentationml.slide+xml"/>
  <Override PartName="/ppt/slideMasters/slideMaster306.xml" ContentType="application/vnd.openxmlformats-officedocument.presentationml.slideMaster+xml"/>
  <Override PartName="/ppt/slides/slide306.xml" ContentType="application/vnd.openxmlformats-officedocument.presentationml.slide+xml"/>
  <Override PartName="/ppt/slideMasters/slideMaster307.xml" ContentType="application/vnd.openxmlformats-officedocument.presentationml.slideMaster+xml"/>
  <Override PartName="/ppt/slides/slide307.xml" ContentType="application/vnd.openxmlformats-officedocument.presentationml.slide+xml"/>
  <Override PartName="/ppt/slideMasters/slideMaster308.xml" ContentType="application/vnd.openxmlformats-officedocument.presentationml.slideMaster+xml"/>
  <Override PartName="/ppt/slides/slide308.xml" ContentType="application/vnd.openxmlformats-officedocument.presentationml.slide+xml"/>
  <Override PartName="/ppt/slideMasters/slideMaster309.xml" ContentType="application/vnd.openxmlformats-officedocument.presentationml.slideMaster+xml"/>
  <Override PartName="/ppt/slides/slide309.xml" ContentType="application/vnd.openxmlformats-officedocument.presentationml.slide+xml"/>
  <Override PartName="/ppt/slideMasters/slideMaster310.xml" ContentType="application/vnd.openxmlformats-officedocument.presentationml.slideMaster+xml"/>
  <Override PartName="/ppt/slides/slide310.xml" ContentType="application/vnd.openxmlformats-officedocument.presentationml.slide+xml"/>
  <Override PartName="/ppt/slideMasters/slideMaster311.xml" ContentType="application/vnd.openxmlformats-officedocument.presentationml.slideMaster+xml"/>
  <Override PartName="/ppt/slides/slide311.xml" ContentType="application/vnd.openxmlformats-officedocument.presentationml.slide+xml"/>
  <Override PartName="/ppt/slideMasters/slideMaster312.xml" ContentType="application/vnd.openxmlformats-officedocument.presentationml.slideMaster+xml"/>
  <Override PartName="/ppt/slides/slide312.xml" ContentType="application/vnd.openxmlformats-officedocument.presentationml.slide+xml"/>
  <Override PartName="/ppt/slideMasters/slideMaster313.xml" ContentType="application/vnd.openxmlformats-officedocument.presentationml.slideMaster+xml"/>
  <Override PartName="/ppt/slides/slide313.xml" ContentType="application/vnd.openxmlformats-officedocument.presentationml.slide+xml"/>
  <Override PartName="/ppt/slideMasters/slideMaster314.xml" ContentType="application/vnd.openxmlformats-officedocument.presentationml.slideMaster+xml"/>
  <Override PartName="/ppt/slides/slide314.xml" ContentType="application/vnd.openxmlformats-officedocument.presentationml.slide+xml"/>
  <Override PartName="/ppt/slideMasters/slideMaster315.xml" ContentType="application/vnd.openxmlformats-officedocument.presentationml.slideMaster+xml"/>
  <Override PartName="/ppt/slides/slide315.xml" ContentType="application/vnd.openxmlformats-officedocument.presentationml.slide+xml"/>
  <Override PartName="/ppt/slideMasters/slideMaster316.xml" ContentType="application/vnd.openxmlformats-officedocument.presentationml.slideMaster+xml"/>
  <Override PartName="/ppt/slides/slide316.xml" ContentType="application/vnd.openxmlformats-officedocument.presentationml.slide+xml"/>
  <Override PartName="/ppt/slideMasters/slideMaster317.xml" ContentType="application/vnd.openxmlformats-officedocument.presentationml.slideMaster+xml"/>
  <Override PartName="/ppt/slides/slide317.xml" ContentType="application/vnd.openxmlformats-officedocument.presentationml.slide+xml"/>
  <Override PartName="/ppt/slideMasters/slideMaster318.xml" ContentType="application/vnd.openxmlformats-officedocument.presentationml.slideMaster+xml"/>
  <Override PartName="/ppt/slides/slide318.xml" ContentType="application/vnd.openxmlformats-officedocument.presentationml.slide+xml"/>
  <Override PartName="/ppt/slideMasters/slideMaster319.xml" ContentType="application/vnd.openxmlformats-officedocument.presentationml.slideMaster+xml"/>
  <Override PartName="/ppt/slides/slide319.xml" ContentType="application/vnd.openxmlformats-officedocument.presentationml.slide+xml"/>
  <Override PartName="/ppt/slideMasters/slideMaster320.xml" ContentType="application/vnd.openxmlformats-officedocument.presentationml.slideMaster+xml"/>
  <Override PartName="/ppt/slides/slide320.xml" ContentType="application/vnd.openxmlformats-officedocument.presentationml.slide+xml"/>
  <Override PartName="/ppt/slideMasters/slideMaster321.xml" ContentType="application/vnd.openxmlformats-officedocument.presentationml.slideMaster+xml"/>
  <Override PartName="/ppt/slides/slide321.xml" ContentType="application/vnd.openxmlformats-officedocument.presentationml.slide+xml"/>
  <Override PartName="/ppt/slideMasters/slideMaster322.xml" ContentType="application/vnd.openxmlformats-officedocument.presentationml.slideMaster+xml"/>
  <Override PartName="/ppt/slides/slide322.xml" ContentType="application/vnd.openxmlformats-officedocument.presentationml.slide+xml"/>
  <Override PartName="/ppt/slideMasters/slideMaster323.xml" ContentType="application/vnd.openxmlformats-officedocument.presentationml.slideMaster+xml"/>
  <Override PartName="/ppt/slides/slide323.xml" ContentType="application/vnd.openxmlformats-officedocument.presentationml.slide+xml"/>
  <Override PartName="/ppt/slideMasters/slideMaster324.xml" ContentType="application/vnd.openxmlformats-officedocument.presentationml.slideMaster+xml"/>
  <Override PartName="/ppt/slides/slide324.xml" ContentType="application/vnd.openxmlformats-officedocument.presentationml.slide+xml"/>
  <Override PartName="/ppt/slideMasters/slideMaster325.xml" ContentType="application/vnd.openxmlformats-officedocument.presentationml.slideMaster+xml"/>
  <Override PartName="/ppt/slides/slide325.xml" ContentType="application/vnd.openxmlformats-officedocument.presentationml.slide+xml"/>
  <Override PartName="/ppt/slideMasters/slideMaster326.xml" ContentType="application/vnd.openxmlformats-officedocument.presentationml.slideMaster+xml"/>
  <Override PartName="/ppt/slides/slide326.xml" ContentType="application/vnd.openxmlformats-officedocument.presentationml.slide+xml"/>
  <Override PartName="/ppt/slideMasters/slideMaster327.xml" ContentType="application/vnd.openxmlformats-officedocument.presentationml.slideMaster+xml"/>
  <Override PartName="/ppt/slides/slide327.xml" ContentType="application/vnd.openxmlformats-officedocument.presentationml.slide+xml"/>
  <Override PartName="/ppt/slideMasters/slideMaster328.xml" ContentType="application/vnd.openxmlformats-officedocument.presentationml.slideMaster+xml"/>
  <Override PartName="/ppt/slides/slide328.xml" ContentType="application/vnd.openxmlformats-officedocument.presentationml.slide+xml"/>
  <Override PartName="/ppt/slideMasters/slideMaster329.xml" ContentType="application/vnd.openxmlformats-officedocument.presentationml.slideMaster+xml"/>
  <Override PartName="/ppt/slides/slide3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ppt/notesSlides/notesSlide297.xml" ContentType="application/vnd.openxmlformats-officedocument.presentationml.notesSlide+xml"/>
  <Override PartName="/ppt/notesSlides/notesSlide298.xml" ContentType="application/vnd.openxmlformats-officedocument.presentationml.notesSlide+xml"/>
  <Override PartName="/ppt/notesSlides/notesSlide299.xml" ContentType="application/vnd.openxmlformats-officedocument.presentationml.notesSlide+xml"/>
  <Override PartName="/ppt/notesSlides/notesSlide300.xml" ContentType="application/vnd.openxmlformats-officedocument.presentationml.notesSlide+xml"/>
  <Override PartName="/ppt/notesSlides/notesSlide301.xml" ContentType="application/vnd.openxmlformats-officedocument.presentationml.notesSlide+xml"/>
  <Override PartName="/ppt/notesSlides/notesSlide302.xml" ContentType="application/vnd.openxmlformats-officedocument.presentationml.notesSlide+xml"/>
  <Override PartName="/ppt/notesSlides/notesSlide303.xml" ContentType="application/vnd.openxmlformats-officedocument.presentationml.notesSlide+xml"/>
  <Override PartName="/ppt/notesSlides/notesSlide304.xml" ContentType="application/vnd.openxmlformats-officedocument.presentationml.notesSlide+xml"/>
  <Override PartName="/ppt/notesSlides/notesSlide305.xml" ContentType="application/vnd.openxmlformats-officedocument.presentationml.notesSlide+xml"/>
  <Override PartName="/ppt/notesSlides/notesSlide306.xml" ContentType="application/vnd.openxmlformats-officedocument.presentationml.notesSlide+xml"/>
  <Override PartName="/ppt/notesSlides/notesSlide307.xml" ContentType="application/vnd.openxmlformats-officedocument.presentationml.notesSlide+xml"/>
  <Override PartName="/ppt/notesSlides/notesSlide308.xml" ContentType="application/vnd.openxmlformats-officedocument.presentationml.notesSlide+xml"/>
  <Override PartName="/ppt/notesSlides/notesSlide309.xml" ContentType="application/vnd.openxmlformats-officedocument.presentationml.notesSlide+xml"/>
  <Override PartName="/ppt/notesSlides/notesSlide310.xml" ContentType="application/vnd.openxmlformats-officedocument.presentationml.notesSlide+xml"/>
  <Override PartName="/ppt/notesSlides/notesSlide311.xml" ContentType="application/vnd.openxmlformats-officedocument.presentationml.notesSlide+xml"/>
  <Override PartName="/ppt/notesSlides/notesSlide312.xml" ContentType="application/vnd.openxmlformats-officedocument.presentationml.notesSlide+xml"/>
  <Override PartName="/ppt/notesSlides/notesSlide313.xml" ContentType="application/vnd.openxmlformats-officedocument.presentationml.notesSlide+xml"/>
  <Override PartName="/ppt/notesSlides/notesSlide314.xml" ContentType="application/vnd.openxmlformats-officedocument.presentationml.notesSlide+xml"/>
  <Override PartName="/ppt/notesSlides/notesSlide315.xml" ContentType="application/vnd.openxmlformats-officedocument.presentationml.notesSlide+xml"/>
  <Override PartName="/ppt/notesSlides/notesSlide316.xml" ContentType="application/vnd.openxmlformats-officedocument.presentationml.notesSlide+xml"/>
  <Override PartName="/ppt/notesSlides/notesSlide317.xml" ContentType="application/vnd.openxmlformats-officedocument.presentationml.notesSlide+xml"/>
  <Override PartName="/ppt/notesSlides/notesSlide318.xml" ContentType="application/vnd.openxmlformats-officedocument.presentationml.notesSlide+xml"/>
  <Override PartName="/ppt/notesSlides/notesSlide319.xml" ContentType="application/vnd.openxmlformats-officedocument.presentationml.notesSlide+xml"/>
  <Override PartName="/ppt/notesSlides/notesSlide320.xml" ContentType="application/vnd.openxmlformats-officedocument.presentationml.notesSlide+xml"/>
  <Override PartName="/ppt/notesSlides/notesSlide321.xml" ContentType="application/vnd.openxmlformats-officedocument.presentationml.notesSlide+xml"/>
  <Override PartName="/ppt/notesSlides/notesSlide322.xml" ContentType="application/vnd.openxmlformats-officedocument.presentationml.notesSlide+xml"/>
  <Override PartName="/ppt/notesSlides/notesSlide323.xml" ContentType="application/vnd.openxmlformats-officedocument.presentationml.notesSlide+xml"/>
  <Override PartName="/ppt/notesSlides/notesSlide324.xml" ContentType="application/vnd.openxmlformats-officedocument.presentationml.notesSlide+xml"/>
  <Override PartName="/ppt/notesSlides/notesSlide325.xml" ContentType="application/vnd.openxmlformats-officedocument.presentationml.notesSlide+xml"/>
  <Override PartName="/ppt/notesSlides/notesSlide326.xml" ContentType="application/vnd.openxmlformats-officedocument.presentationml.notesSlide+xml"/>
  <Override PartName="/ppt/notesSlides/notesSlide327.xml" ContentType="application/vnd.openxmlformats-officedocument.presentationml.notesSlide+xml"/>
  <Override PartName="/ppt/notesSlides/notesSlide328.xml" ContentType="application/vnd.openxmlformats-officedocument.presentationml.notesSlide+xml"/>
  <Override PartName="/ppt/notesSlides/notesSlide3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424" r:id="rId170"/>
    <p:sldId id="425" r:id="rId171"/>
    <p:sldId id="426" r:id="rId172"/>
    <p:sldId id="427" r:id="rId173"/>
    <p:sldId id="428" r:id="rId174"/>
    <p:sldId id="429" r:id="rId175"/>
    <p:sldId id="430" r:id="rId176"/>
    <p:sldId id="431" r:id="rId177"/>
    <p:sldId id="432" r:id="rId178"/>
    <p:sldId id="433" r:id="rId179"/>
    <p:sldId id="434" r:id="rId180"/>
    <p:sldId id="435" r:id="rId181"/>
    <p:sldId id="436" r:id="rId182"/>
    <p:sldId id="437" r:id="rId183"/>
    <p:sldId id="438" r:id="rId184"/>
    <p:sldId id="439" r:id="rId185"/>
    <p:sldId id="440" r:id="rId186"/>
    <p:sldId id="441" r:id="rId187"/>
    <p:sldId id="442" r:id="rId188"/>
    <p:sldId id="443" r:id="rId189"/>
    <p:sldId id="444" r:id="rId190"/>
    <p:sldId id="445" r:id="rId191"/>
    <p:sldId id="446" r:id="rId192"/>
    <p:sldId id="447" r:id="rId193"/>
    <p:sldId id="448" r:id="rId194"/>
    <p:sldId id="449" r:id="rId195"/>
    <p:sldId id="450" r:id="rId196"/>
    <p:sldId id="451" r:id="rId197"/>
    <p:sldId id="452" r:id="rId198"/>
    <p:sldId id="453" r:id="rId199"/>
    <p:sldId id="454" r:id="rId200"/>
    <p:sldId id="455" r:id="rId201"/>
    <p:sldId id="456" r:id="rId202"/>
    <p:sldId id="457" r:id="rId203"/>
    <p:sldId id="458" r:id="rId204"/>
    <p:sldId id="459" r:id="rId205"/>
    <p:sldId id="460" r:id="rId206"/>
    <p:sldId id="461" r:id="rId207"/>
    <p:sldId id="462" r:id="rId208"/>
    <p:sldId id="463" r:id="rId209"/>
    <p:sldId id="464" r:id="rId210"/>
    <p:sldId id="465" r:id="rId211"/>
    <p:sldId id="466" r:id="rId212"/>
    <p:sldId id="467" r:id="rId213"/>
    <p:sldId id="468" r:id="rId214"/>
    <p:sldId id="469" r:id="rId215"/>
    <p:sldId id="470" r:id="rId216"/>
    <p:sldId id="471" r:id="rId217"/>
    <p:sldId id="472" r:id="rId218"/>
    <p:sldId id="473" r:id="rId219"/>
    <p:sldId id="474" r:id="rId220"/>
    <p:sldId id="475" r:id="rId221"/>
    <p:sldId id="476" r:id="rId222"/>
    <p:sldId id="477" r:id="rId223"/>
    <p:sldId id="478" r:id="rId224"/>
    <p:sldId id="479" r:id="rId225"/>
    <p:sldId id="480" r:id="rId226"/>
    <p:sldId id="481" r:id="rId227"/>
    <p:sldId id="482" r:id="rId228"/>
    <p:sldId id="483" r:id="rId229"/>
    <p:sldId id="484" r:id="rId230"/>
    <p:sldId id="485" r:id="rId231"/>
    <p:sldId id="486" r:id="rId232"/>
    <p:sldId id="487" r:id="rId233"/>
    <p:sldId id="488" r:id="rId234"/>
    <p:sldId id="489" r:id="rId235"/>
    <p:sldId id="490" r:id="rId236"/>
    <p:sldId id="491" r:id="rId237"/>
    <p:sldId id="492" r:id="rId238"/>
    <p:sldId id="493" r:id="rId239"/>
    <p:sldId id="494" r:id="rId240"/>
    <p:sldId id="495" r:id="rId241"/>
    <p:sldId id="496" r:id="rId242"/>
    <p:sldId id="497" r:id="rId243"/>
    <p:sldId id="498" r:id="rId244"/>
    <p:sldId id="499" r:id="rId245"/>
    <p:sldId id="500" r:id="rId246"/>
    <p:sldId id="501" r:id="rId247"/>
    <p:sldId id="502" r:id="rId248"/>
    <p:sldId id="503" r:id="rId249"/>
    <p:sldId id="504" r:id="rId250"/>
    <p:sldId id="505" r:id="rId251"/>
    <p:sldId id="506" r:id="rId252"/>
    <p:sldId id="507" r:id="rId253"/>
    <p:sldId id="508" r:id="rId254"/>
    <p:sldId id="509" r:id="rId255"/>
    <p:sldId id="510" r:id="rId256"/>
    <p:sldId id="511" r:id="rId257"/>
    <p:sldId id="512" r:id="rId258"/>
    <p:sldId id="513" r:id="rId259"/>
    <p:sldId id="514" r:id="rId260"/>
    <p:sldId id="515" r:id="rId261"/>
    <p:sldId id="516" r:id="rId262"/>
    <p:sldId id="517" r:id="rId263"/>
    <p:sldId id="518" r:id="rId264"/>
    <p:sldId id="519" r:id="rId265"/>
    <p:sldId id="520" r:id="rId266"/>
    <p:sldId id="521" r:id="rId267"/>
    <p:sldId id="522" r:id="rId268"/>
    <p:sldId id="523" r:id="rId269"/>
    <p:sldId id="524" r:id="rId270"/>
    <p:sldId id="525" r:id="rId271"/>
    <p:sldId id="526" r:id="rId272"/>
    <p:sldId id="527" r:id="rId273"/>
    <p:sldId id="528" r:id="rId274"/>
    <p:sldId id="529" r:id="rId275"/>
    <p:sldId id="530" r:id="rId276"/>
    <p:sldId id="531" r:id="rId277"/>
    <p:sldId id="532" r:id="rId278"/>
    <p:sldId id="533" r:id="rId279"/>
    <p:sldId id="534" r:id="rId280"/>
    <p:sldId id="535" r:id="rId281"/>
    <p:sldId id="536" r:id="rId282"/>
    <p:sldId id="537" r:id="rId283"/>
    <p:sldId id="538" r:id="rId284"/>
    <p:sldId id="539" r:id="rId285"/>
    <p:sldId id="540" r:id="rId286"/>
    <p:sldId id="541" r:id="rId287"/>
    <p:sldId id="542" r:id="rId288"/>
    <p:sldId id="543" r:id="rId289"/>
    <p:sldId id="544" r:id="rId290"/>
    <p:sldId id="545" r:id="rId291"/>
    <p:sldId id="546" r:id="rId292"/>
    <p:sldId id="547" r:id="rId293"/>
    <p:sldId id="548" r:id="rId294"/>
    <p:sldId id="549" r:id="rId295"/>
    <p:sldId id="550" r:id="rId296"/>
    <p:sldId id="551" r:id="rId297"/>
    <p:sldId id="552" r:id="rId298"/>
    <p:sldId id="553" r:id="rId299"/>
    <p:sldId id="554" r:id="rId300"/>
    <p:sldId id="555" r:id="rId301"/>
    <p:sldId id="556" r:id="rId302"/>
    <p:sldId id="557" r:id="rId303"/>
    <p:sldId id="558" r:id="rId304"/>
    <p:sldId id="559" r:id="rId305"/>
    <p:sldId id="560" r:id="rId306"/>
    <p:sldId id="561" r:id="rId307"/>
    <p:sldId id="562" r:id="rId308"/>
    <p:sldId id="563" r:id="rId309"/>
    <p:sldId id="564" r:id="rId310"/>
    <p:sldId id="565" r:id="rId311"/>
    <p:sldId id="566" r:id="rId312"/>
    <p:sldId id="567" r:id="rId313"/>
    <p:sldId id="568" r:id="rId314"/>
    <p:sldId id="569" r:id="rId315"/>
    <p:sldId id="570" r:id="rId316"/>
    <p:sldId id="571" r:id="rId317"/>
    <p:sldId id="572" r:id="rId318"/>
    <p:sldId id="573" r:id="rId319"/>
    <p:sldId id="574" r:id="rId320"/>
    <p:sldId id="575" r:id="rId321"/>
    <p:sldId id="576" r:id="rId322"/>
    <p:sldId id="577" r:id="rId323"/>
    <p:sldId id="578" r:id="rId324"/>
    <p:sldId id="579" r:id="rId325"/>
    <p:sldId id="580" r:id="rId326"/>
    <p:sldId id="581" r:id="rId327"/>
    <p:sldId id="582" r:id="rId328"/>
    <p:sldId id="583" r:id="rId329"/>
    <p:sldId id="584" r:id="rId330"/>
  </p:sldIdLst>
  <p:notesMasterIdLst>
    <p:notesMasterId r:id="rId3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slide" Target="slides/slide161.xml"/><Relationship Id="rId163" Type="http://schemas.openxmlformats.org/officeDocument/2006/relationships/slide" Target="slides/slide162.xml"/><Relationship Id="rId164" Type="http://schemas.openxmlformats.org/officeDocument/2006/relationships/slide" Target="slides/slide163.xml"/><Relationship Id="rId165" Type="http://schemas.openxmlformats.org/officeDocument/2006/relationships/slide" Target="slides/slide164.xml"/><Relationship Id="rId166" Type="http://schemas.openxmlformats.org/officeDocument/2006/relationships/slide" Target="slides/slide165.xml"/><Relationship Id="rId167" Type="http://schemas.openxmlformats.org/officeDocument/2006/relationships/slide" Target="slides/slide166.xml"/><Relationship Id="rId168" Type="http://schemas.openxmlformats.org/officeDocument/2006/relationships/slide" Target="slides/slide167.xml"/><Relationship Id="rId169" Type="http://schemas.openxmlformats.org/officeDocument/2006/relationships/slide" Target="slides/slide168.xml"/><Relationship Id="rId170" Type="http://schemas.openxmlformats.org/officeDocument/2006/relationships/slide" Target="slides/slide169.xml"/><Relationship Id="rId171" Type="http://schemas.openxmlformats.org/officeDocument/2006/relationships/slide" Target="slides/slide170.xml"/><Relationship Id="rId172" Type="http://schemas.openxmlformats.org/officeDocument/2006/relationships/slide" Target="slides/slide171.xml"/><Relationship Id="rId173" Type="http://schemas.openxmlformats.org/officeDocument/2006/relationships/slide" Target="slides/slide172.xml"/><Relationship Id="rId174" Type="http://schemas.openxmlformats.org/officeDocument/2006/relationships/slide" Target="slides/slide173.xml"/><Relationship Id="rId175" Type="http://schemas.openxmlformats.org/officeDocument/2006/relationships/slide" Target="slides/slide174.xml"/><Relationship Id="rId176" Type="http://schemas.openxmlformats.org/officeDocument/2006/relationships/slide" Target="slides/slide175.xml"/><Relationship Id="rId177" Type="http://schemas.openxmlformats.org/officeDocument/2006/relationships/slide" Target="slides/slide176.xml"/><Relationship Id="rId178" Type="http://schemas.openxmlformats.org/officeDocument/2006/relationships/slide" Target="slides/slide177.xml"/><Relationship Id="rId179" Type="http://schemas.openxmlformats.org/officeDocument/2006/relationships/slide" Target="slides/slide178.xml"/><Relationship Id="rId180" Type="http://schemas.openxmlformats.org/officeDocument/2006/relationships/slide" Target="slides/slide179.xml"/><Relationship Id="rId181" Type="http://schemas.openxmlformats.org/officeDocument/2006/relationships/slide" Target="slides/slide180.xml"/><Relationship Id="rId182" Type="http://schemas.openxmlformats.org/officeDocument/2006/relationships/slide" Target="slides/slide181.xml"/><Relationship Id="rId183" Type="http://schemas.openxmlformats.org/officeDocument/2006/relationships/slide" Target="slides/slide182.xml"/><Relationship Id="rId184" Type="http://schemas.openxmlformats.org/officeDocument/2006/relationships/slide" Target="slides/slide183.xml"/><Relationship Id="rId185" Type="http://schemas.openxmlformats.org/officeDocument/2006/relationships/slide" Target="slides/slide184.xml"/><Relationship Id="rId186" Type="http://schemas.openxmlformats.org/officeDocument/2006/relationships/slide" Target="slides/slide185.xml"/><Relationship Id="rId187" Type="http://schemas.openxmlformats.org/officeDocument/2006/relationships/slide" Target="slides/slide186.xml"/><Relationship Id="rId188" Type="http://schemas.openxmlformats.org/officeDocument/2006/relationships/slide" Target="slides/slide187.xml"/><Relationship Id="rId189" Type="http://schemas.openxmlformats.org/officeDocument/2006/relationships/slide" Target="slides/slide188.xml"/><Relationship Id="rId190" Type="http://schemas.openxmlformats.org/officeDocument/2006/relationships/slide" Target="slides/slide189.xml"/><Relationship Id="rId191" Type="http://schemas.openxmlformats.org/officeDocument/2006/relationships/slide" Target="slides/slide190.xml"/><Relationship Id="rId192" Type="http://schemas.openxmlformats.org/officeDocument/2006/relationships/slide" Target="slides/slide191.xml"/><Relationship Id="rId193" Type="http://schemas.openxmlformats.org/officeDocument/2006/relationships/slide" Target="slides/slide192.xml"/><Relationship Id="rId194" Type="http://schemas.openxmlformats.org/officeDocument/2006/relationships/slide" Target="slides/slide193.xml"/><Relationship Id="rId195" Type="http://schemas.openxmlformats.org/officeDocument/2006/relationships/slide" Target="slides/slide194.xml"/><Relationship Id="rId196" Type="http://schemas.openxmlformats.org/officeDocument/2006/relationships/slide" Target="slides/slide195.xml"/><Relationship Id="rId197" Type="http://schemas.openxmlformats.org/officeDocument/2006/relationships/slide" Target="slides/slide196.xml"/><Relationship Id="rId198" Type="http://schemas.openxmlformats.org/officeDocument/2006/relationships/slide" Target="slides/slide197.xml"/><Relationship Id="rId199" Type="http://schemas.openxmlformats.org/officeDocument/2006/relationships/slide" Target="slides/slide198.xml"/><Relationship Id="rId200" Type="http://schemas.openxmlformats.org/officeDocument/2006/relationships/slide" Target="slides/slide199.xml"/><Relationship Id="rId201" Type="http://schemas.openxmlformats.org/officeDocument/2006/relationships/slide" Target="slides/slide200.xml"/><Relationship Id="rId202" Type="http://schemas.openxmlformats.org/officeDocument/2006/relationships/slide" Target="slides/slide201.xml"/><Relationship Id="rId203" Type="http://schemas.openxmlformats.org/officeDocument/2006/relationships/slide" Target="slides/slide202.xml"/><Relationship Id="rId204" Type="http://schemas.openxmlformats.org/officeDocument/2006/relationships/slide" Target="slides/slide203.xml"/><Relationship Id="rId205" Type="http://schemas.openxmlformats.org/officeDocument/2006/relationships/slide" Target="slides/slide204.xml"/><Relationship Id="rId206" Type="http://schemas.openxmlformats.org/officeDocument/2006/relationships/slide" Target="slides/slide205.xml"/><Relationship Id="rId207" Type="http://schemas.openxmlformats.org/officeDocument/2006/relationships/slide" Target="slides/slide206.xml"/><Relationship Id="rId208" Type="http://schemas.openxmlformats.org/officeDocument/2006/relationships/slide" Target="slides/slide207.xml"/><Relationship Id="rId209" Type="http://schemas.openxmlformats.org/officeDocument/2006/relationships/slide" Target="slides/slide208.xml"/><Relationship Id="rId210" Type="http://schemas.openxmlformats.org/officeDocument/2006/relationships/slide" Target="slides/slide209.xml"/><Relationship Id="rId211" Type="http://schemas.openxmlformats.org/officeDocument/2006/relationships/slide" Target="slides/slide210.xml"/><Relationship Id="rId212" Type="http://schemas.openxmlformats.org/officeDocument/2006/relationships/slide" Target="slides/slide211.xml"/><Relationship Id="rId213" Type="http://schemas.openxmlformats.org/officeDocument/2006/relationships/slide" Target="slides/slide212.xml"/><Relationship Id="rId214" Type="http://schemas.openxmlformats.org/officeDocument/2006/relationships/slide" Target="slides/slide213.xml"/><Relationship Id="rId215" Type="http://schemas.openxmlformats.org/officeDocument/2006/relationships/slide" Target="slides/slide214.xml"/><Relationship Id="rId216" Type="http://schemas.openxmlformats.org/officeDocument/2006/relationships/slide" Target="slides/slide215.xml"/><Relationship Id="rId217" Type="http://schemas.openxmlformats.org/officeDocument/2006/relationships/slide" Target="slides/slide216.xml"/><Relationship Id="rId218" Type="http://schemas.openxmlformats.org/officeDocument/2006/relationships/slide" Target="slides/slide217.xml"/><Relationship Id="rId219" Type="http://schemas.openxmlformats.org/officeDocument/2006/relationships/slide" Target="slides/slide218.xml"/><Relationship Id="rId220" Type="http://schemas.openxmlformats.org/officeDocument/2006/relationships/slide" Target="slides/slide219.xml"/><Relationship Id="rId221" Type="http://schemas.openxmlformats.org/officeDocument/2006/relationships/slide" Target="slides/slide220.xml"/><Relationship Id="rId222" Type="http://schemas.openxmlformats.org/officeDocument/2006/relationships/slide" Target="slides/slide221.xml"/><Relationship Id="rId223" Type="http://schemas.openxmlformats.org/officeDocument/2006/relationships/slide" Target="slides/slide222.xml"/><Relationship Id="rId224" Type="http://schemas.openxmlformats.org/officeDocument/2006/relationships/slide" Target="slides/slide223.xml"/><Relationship Id="rId225" Type="http://schemas.openxmlformats.org/officeDocument/2006/relationships/slide" Target="slides/slide224.xml"/><Relationship Id="rId226" Type="http://schemas.openxmlformats.org/officeDocument/2006/relationships/slide" Target="slides/slide225.xml"/><Relationship Id="rId227" Type="http://schemas.openxmlformats.org/officeDocument/2006/relationships/slide" Target="slides/slide226.xml"/><Relationship Id="rId228" Type="http://schemas.openxmlformats.org/officeDocument/2006/relationships/slide" Target="slides/slide227.xml"/><Relationship Id="rId229" Type="http://schemas.openxmlformats.org/officeDocument/2006/relationships/slide" Target="slides/slide228.xml"/><Relationship Id="rId230" Type="http://schemas.openxmlformats.org/officeDocument/2006/relationships/slide" Target="slides/slide229.xml"/><Relationship Id="rId231" Type="http://schemas.openxmlformats.org/officeDocument/2006/relationships/slide" Target="slides/slide230.xml"/><Relationship Id="rId232" Type="http://schemas.openxmlformats.org/officeDocument/2006/relationships/slide" Target="slides/slide231.xml"/><Relationship Id="rId233" Type="http://schemas.openxmlformats.org/officeDocument/2006/relationships/slide" Target="slides/slide232.xml"/><Relationship Id="rId234" Type="http://schemas.openxmlformats.org/officeDocument/2006/relationships/slide" Target="slides/slide233.xml"/><Relationship Id="rId235" Type="http://schemas.openxmlformats.org/officeDocument/2006/relationships/slide" Target="slides/slide234.xml"/><Relationship Id="rId236" Type="http://schemas.openxmlformats.org/officeDocument/2006/relationships/slide" Target="slides/slide235.xml"/><Relationship Id="rId237" Type="http://schemas.openxmlformats.org/officeDocument/2006/relationships/slide" Target="slides/slide236.xml"/><Relationship Id="rId238" Type="http://schemas.openxmlformats.org/officeDocument/2006/relationships/slide" Target="slides/slide237.xml"/><Relationship Id="rId239" Type="http://schemas.openxmlformats.org/officeDocument/2006/relationships/slide" Target="slides/slide238.xml"/><Relationship Id="rId240" Type="http://schemas.openxmlformats.org/officeDocument/2006/relationships/slide" Target="slides/slide239.xml"/><Relationship Id="rId241" Type="http://schemas.openxmlformats.org/officeDocument/2006/relationships/slide" Target="slides/slide240.xml"/><Relationship Id="rId242" Type="http://schemas.openxmlformats.org/officeDocument/2006/relationships/slide" Target="slides/slide241.xml"/><Relationship Id="rId243" Type="http://schemas.openxmlformats.org/officeDocument/2006/relationships/slide" Target="slides/slide242.xml"/><Relationship Id="rId244" Type="http://schemas.openxmlformats.org/officeDocument/2006/relationships/slide" Target="slides/slide243.xml"/><Relationship Id="rId245" Type="http://schemas.openxmlformats.org/officeDocument/2006/relationships/slide" Target="slides/slide244.xml"/><Relationship Id="rId246" Type="http://schemas.openxmlformats.org/officeDocument/2006/relationships/slide" Target="slides/slide245.xml"/><Relationship Id="rId247" Type="http://schemas.openxmlformats.org/officeDocument/2006/relationships/slide" Target="slides/slide246.xml"/><Relationship Id="rId248" Type="http://schemas.openxmlformats.org/officeDocument/2006/relationships/slide" Target="slides/slide247.xml"/><Relationship Id="rId249" Type="http://schemas.openxmlformats.org/officeDocument/2006/relationships/slide" Target="slides/slide248.xml"/><Relationship Id="rId250" Type="http://schemas.openxmlformats.org/officeDocument/2006/relationships/slide" Target="slides/slide249.xml"/><Relationship Id="rId251" Type="http://schemas.openxmlformats.org/officeDocument/2006/relationships/slide" Target="slides/slide250.xml"/><Relationship Id="rId252" Type="http://schemas.openxmlformats.org/officeDocument/2006/relationships/slide" Target="slides/slide251.xml"/><Relationship Id="rId253" Type="http://schemas.openxmlformats.org/officeDocument/2006/relationships/slide" Target="slides/slide252.xml"/><Relationship Id="rId254" Type="http://schemas.openxmlformats.org/officeDocument/2006/relationships/slide" Target="slides/slide253.xml"/><Relationship Id="rId255" Type="http://schemas.openxmlformats.org/officeDocument/2006/relationships/slide" Target="slides/slide254.xml"/><Relationship Id="rId256" Type="http://schemas.openxmlformats.org/officeDocument/2006/relationships/slide" Target="slides/slide255.xml"/><Relationship Id="rId257" Type="http://schemas.openxmlformats.org/officeDocument/2006/relationships/slide" Target="slides/slide256.xml"/><Relationship Id="rId258" Type="http://schemas.openxmlformats.org/officeDocument/2006/relationships/slide" Target="slides/slide257.xml"/><Relationship Id="rId259" Type="http://schemas.openxmlformats.org/officeDocument/2006/relationships/slide" Target="slides/slide258.xml"/><Relationship Id="rId260" Type="http://schemas.openxmlformats.org/officeDocument/2006/relationships/slide" Target="slides/slide259.xml"/><Relationship Id="rId261" Type="http://schemas.openxmlformats.org/officeDocument/2006/relationships/slide" Target="slides/slide260.xml"/><Relationship Id="rId262" Type="http://schemas.openxmlformats.org/officeDocument/2006/relationships/slide" Target="slides/slide261.xml"/><Relationship Id="rId263" Type="http://schemas.openxmlformats.org/officeDocument/2006/relationships/slide" Target="slides/slide262.xml"/><Relationship Id="rId264" Type="http://schemas.openxmlformats.org/officeDocument/2006/relationships/slide" Target="slides/slide263.xml"/><Relationship Id="rId265" Type="http://schemas.openxmlformats.org/officeDocument/2006/relationships/slide" Target="slides/slide264.xml"/><Relationship Id="rId266" Type="http://schemas.openxmlformats.org/officeDocument/2006/relationships/slide" Target="slides/slide265.xml"/><Relationship Id="rId267" Type="http://schemas.openxmlformats.org/officeDocument/2006/relationships/slide" Target="slides/slide266.xml"/><Relationship Id="rId268" Type="http://schemas.openxmlformats.org/officeDocument/2006/relationships/slide" Target="slides/slide267.xml"/><Relationship Id="rId269" Type="http://schemas.openxmlformats.org/officeDocument/2006/relationships/slide" Target="slides/slide268.xml"/><Relationship Id="rId270" Type="http://schemas.openxmlformats.org/officeDocument/2006/relationships/slide" Target="slides/slide269.xml"/><Relationship Id="rId271" Type="http://schemas.openxmlformats.org/officeDocument/2006/relationships/slide" Target="slides/slide270.xml"/><Relationship Id="rId272" Type="http://schemas.openxmlformats.org/officeDocument/2006/relationships/slide" Target="slides/slide271.xml"/><Relationship Id="rId273" Type="http://schemas.openxmlformats.org/officeDocument/2006/relationships/slide" Target="slides/slide272.xml"/><Relationship Id="rId274" Type="http://schemas.openxmlformats.org/officeDocument/2006/relationships/slide" Target="slides/slide273.xml"/><Relationship Id="rId275" Type="http://schemas.openxmlformats.org/officeDocument/2006/relationships/slide" Target="slides/slide274.xml"/><Relationship Id="rId276" Type="http://schemas.openxmlformats.org/officeDocument/2006/relationships/slide" Target="slides/slide275.xml"/><Relationship Id="rId277" Type="http://schemas.openxmlformats.org/officeDocument/2006/relationships/slide" Target="slides/slide276.xml"/><Relationship Id="rId278" Type="http://schemas.openxmlformats.org/officeDocument/2006/relationships/slide" Target="slides/slide277.xml"/><Relationship Id="rId279" Type="http://schemas.openxmlformats.org/officeDocument/2006/relationships/slide" Target="slides/slide278.xml"/><Relationship Id="rId280" Type="http://schemas.openxmlformats.org/officeDocument/2006/relationships/slide" Target="slides/slide279.xml"/><Relationship Id="rId281" Type="http://schemas.openxmlformats.org/officeDocument/2006/relationships/slide" Target="slides/slide280.xml"/><Relationship Id="rId282" Type="http://schemas.openxmlformats.org/officeDocument/2006/relationships/slide" Target="slides/slide281.xml"/><Relationship Id="rId283" Type="http://schemas.openxmlformats.org/officeDocument/2006/relationships/slide" Target="slides/slide282.xml"/><Relationship Id="rId284" Type="http://schemas.openxmlformats.org/officeDocument/2006/relationships/slide" Target="slides/slide283.xml"/><Relationship Id="rId285" Type="http://schemas.openxmlformats.org/officeDocument/2006/relationships/slide" Target="slides/slide284.xml"/><Relationship Id="rId286" Type="http://schemas.openxmlformats.org/officeDocument/2006/relationships/slide" Target="slides/slide285.xml"/><Relationship Id="rId287" Type="http://schemas.openxmlformats.org/officeDocument/2006/relationships/slide" Target="slides/slide286.xml"/><Relationship Id="rId288" Type="http://schemas.openxmlformats.org/officeDocument/2006/relationships/slide" Target="slides/slide287.xml"/><Relationship Id="rId289" Type="http://schemas.openxmlformats.org/officeDocument/2006/relationships/slide" Target="slides/slide288.xml"/><Relationship Id="rId290" Type="http://schemas.openxmlformats.org/officeDocument/2006/relationships/slide" Target="slides/slide289.xml"/><Relationship Id="rId291" Type="http://schemas.openxmlformats.org/officeDocument/2006/relationships/slide" Target="slides/slide290.xml"/><Relationship Id="rId292" Type="http://schemas.openxmlformats.org/officeDocument/2006/relationships/slide" Target="slides/slide291.xml"/><Relationship Id="rId293" Type="http://schemas.openxmlformats.org/officeDocument/2006/relationships/slide" Target="slides/slide292.xml"/><Relationship Id="rId294" Type="http://schemas.openxmlformats.org/officeDocument/2006/relationships/slide" Target="slides/slide293.xml"/><Relationship Id="rId295" Type="http://schemas.openxmlformats.org/officeDocument/2006/relationships/slide" Target="slides/slide294.xml"/><Relationship Id="rId296" Type="http://schemas.openxmlformats.org/officeDocument/2006/relationships/slide" Target="slides/slide295.xml"/><Relationship Id="rId297" Type="http://schemas.openxmlformats.org/officeDocument/2006/relationships/slide" Target="slides/slide296.xml"/><Relationship Id="rId298" Type="http://schemas.openxmlformats.org/officeDocument/2006/relationships/slide" Target="slides/slide297.xml"/><Relationship Id="rId299" Type="http://schemas.openxmlformats.org/officeDocument/2006/relationships/slide" Target="slides/slide298.xml"/><Relationship Id="rId300" Type="http://schemas.openxmlformats.org/officeDocument/2006/relationships/slide" Target="slides/slide299.xml"/><Relationship Id="rId301" Type="http://schemas.openxmlformats.org/officeDocument/2006/relationships/slide" Target="slides/slide300.xml"/><Relationship Id="rId302" Type="http://schemas.openxmlformats.org/officeDocument/2006/relationships/slide" Target="slides/slide301.xml"/><Relationship Id="rId303" Type="http://schemas.openxmlformats.org/officeDocument/2006/relationships/slide" Target="slides/slide302.xml"/><Relationship Id="rId304" Type="http://schemas.openxmlformats.org/officeDocument/2006/relationships/slide" Target="slides/slide303.xml"/><Relationship Id="rId305" Type="http://schemas.openxmlformats.org/officeDocument/2006/relationships/slide" Target="slides/slide304.xml"/><Relationship Id="rId306" Type="http://schemas.openxmlformats.org/officeDocument/2006/relationships/slide" Target="slides/slide305.xml"/><Relationship Id="rId307" Type="http://schemas.openxmlformats.org/officeDocument/2006/relationships/slide" Target="slides/slide306.xml"/><Relationship Id="rId308" Type="http://schemas.openxmlformats.org/officeDocument/2006/relationships/slide" Target="slides/slide307.xml"/><Relationship Id="rId309" Type="http://schemas.openxmlformats.org/officeDocument/2006/relationships/slide" Target="slides/slide308.xml"/><Relationship Id="rId310" Type="http://schemas.openxmlformats.org/officeDocument/2006/relationships/slide" Target="slides/slide309.xml"/><Relationship Id="rId311" Type="http://schemas.openxmlformats.org/officeDocument/2006/relationships/slide" Target="slides/slide310.xml"/><Relationship Id="rId312" Type="http://schemas.openxmlformats.org/officeDocument/2006/relationships/slide" Target="slides/slide311.xml"/><Relationship Id="rId313" Type="http://schemas.openxmlformats.org/officeDocument/2006/relationships/slide" Target="slides/slide312.xml"/><Relationship Id="rId314" Type="http://schemas.openxmlformats.org/officeDocument/2006/relationships/slide" Target="slides/slide313.xml"/><Relationship Id="rId315" Type="http://schemas.openxmlformats.org/officeDocument/2006/relationships/slide" Target="slides/slide314.xml"/><Relationship Id="rId316" Type="http://schemas.openxmlformats.org/officeDocument/2006/relationships/slide" Target="slides/slide315.xml"/><Relationship Id="rId317" Type="http://schemas.openxmlformats.org/officeDocument/2006/relationships/slide" Target="slides/slide316.xml"/><Relationship Id="rId318" Type="http://schemas.openxmlformats.org/officeDocument/2006/relationships/slide" Target="slides/slide317.xml"/><Relationship Id="rId319" Type="http://schemas.openxmlformats.org/officeDocument/2006/relationships/slide" Target="slides/slide318.xml"/><Relationship Id="rId320" Type="http://schemas.openxmlformats.org/officeDocument/2006/relationships/slide" Target="slides/slide319.xml"/><Relationship Id="rId321" Type="http://schemas.openxmlformats.org/officeDocument/2006/relationships/slide" Target="slides/slide320.xml"/><Relationship Id="rId322" Type="http://schemas.openxmlformats.org/officeDocument/2006/relationships/slide" Target="slides/slide321.xml"/><Relationship Id="rId323" Type="http://schemas.openxmlformats.org/officeDocument/2006/relationships/slide" Target="slides/slide322.xml"/><Relationship Id="rId324" Type="http://schemas.openxmlformats.org/officeDocument/2006/relationships/slide" Target="slides/slide323.xml"/><Relationship Id="rId325" Type="http://schemas.openxmlformats.org/officeDocument/2006/relationships/slide" Target="slides/slide324.xml"/><Relationship Id="rId326" Type="http://schemas.openxmlformats.org/officeDocument/2006/relationships/slide" Target="slides/slide325.xml"/><Relationship Id="rId327" Type="http://schemas.openxmlformats.org/officeDocument/2006/relationships/slide" Target="slides/slide326.xml"/><Relationship Id="rId328" Type="http://schemas.openxmlformats.org/officeDocument/2006/relationships/slide" Target="slides/slide327.xml"/><Relationship Id="rId329" Type="http://schemas.openxmlformats.org/officeDocument/2006/relationships/slide" Target="slides/slide328.xml"/><Relationship Id="rId330" Type="http://schemas.openxmlformats.org/officeDocument/2006/relationships/slide" Target="slides/slide329.xml"/><Relationship Id="rId331" Type="http://schemas.openxmlformats.org/officeDocument/2006/relationships/notesMaster" Target="notesMasters/notesMaster1.xml"/><Relationship Id="rId332" Type="http://schemas.openxmlformats.org/officeDocument/2006/relationships/presProps" Target="presProps.xml"/><Relationship Id="rId333" Type="http://schemas.openxmlformats.org/officeDocument/2006/relationships/viewProps" Target="viewProps.xml"/><Relationship Id="rId334" Type="http://schemas.openxmlformats.org/officeDocument/2006/relationships/theme" Target="theme/theme1.xml"/><Relationship Id="rId3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_rels/notesSlide1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0.xml"/>
		</Relationships>
</file>

<file path=ppt/notesSlides/_rels/notesSlide1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1.xml"/>
		</Relationships>
</file>

<file path=ppt/notesSlides/_rels/notesSlide1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2.xml"/>
		</Relationships>
</file>

<file path=ppt/notesSlides/_rels/notesSlide1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3.xml"/>
		</Relationships>
</file>

<file path=ppt/notesSlides/_rels/notesSlide1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4.xml"/>
		</Relationships>
</file>

<file path=ppt/notesSlides/_rels/notesSlide1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5.xml"/>
		</Relationships>
</file>

<file path=ppt/notesSlides/_rels/notesSlide1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6.xml"/>
		</Relationships>
</file>

<file path=ppt/notesSlides/_rels/notesSlide1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7.xml"/>
		</Relationships>
</file>

<file path=ppt/notesSlides/_rels/notesSlide1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8.xml"/>
		</Relationships>
</file>

<file path=ppt/notesSlides/_rels/notesSlide1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9.xml"/>
		</Relationships>
</file>

<file path=ppt/notesSlides/_rels/notesSlide1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0.xml"/>
		</Relationships>
</file>

<file path=ppt/notesSlides/_rels/notesSlide1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1.xml"/>
		</Relationships>
</file>

<file path=ppt/notesSlides/_rels/notesSlide1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2.xml"/>
		</Relationships>
</file>

<file path=ppt/notesSlides/_rels/notesSlide1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3.xml"/>
		</Relationships>
</file>

<file path=ppt/notesSlides/_rels/notesSlide1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4.xml"/>
		</Relationships>
</file>

<file path=ppt/notesSlides/_rels/notesSlide1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5.xml"/>
		</Relationships>
</file>

<file path=ppt/notesSlides/_rels/notesSlide1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6.xml"/>
		</Relationships>
</file>

<file path=ppt/notesSlides/_rels/notesSlide1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7.xml"/>
		</Relationships>
</file>

<file path=ppt/notesSlides/_rels/notesSlide1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8.xml"/>
		</Relationships>
</file>

<file path=ppt/notesSlides/_rels/notesSlide1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9.xml"/>
		</Relationships>
</file>

<file path=ppt/notesSlides/_rels/notesSlide1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0.xml"/>
		</Relationships>
</file>

<file path=ppt/notesSlides/_rels/notesSlide1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1.xml"/>
		</Relationships>
</file>

<file path=ppt/notesSlides/_rels/notesSlide1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2.xml"/>
		</Relationships>
</file>

<file path=ppt/notesSlides/_rels/notesSlide1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3.xml"/>
		</Relationships>
</file>

<file path=ppt/notesSlides/_rels/notesSlide1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4.xml"/>
		</Relationships>
</file>

<file path=ppt/notesSlides/_rels/notesSlide1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5.xml"/>
		</Relationships>
</file>

<file path=ppt/notesSlides/_rels/notesSlide1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6.xml"/>
		</Relationships>
</file>

<file path=ppt/notesSlides/_rels/notesSlide1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7.xml"/>
		</Relationships>
</file>

<file path=ppt/notesSlides/_rels/notesSlide1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8.xml"/>
		</Relationships>
</file>

<file path=ppt/notesSlides/_rels/notesSlide1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9.xml"/>
		</Relationships>
</file>

<file path=ppt/notesSlides/_rels/notesSlide1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0.xml"/>
		</Relationships>
</file>

<file path=ppt/notesSlides/_rels/notesSlide1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1.xml"/>
		</Relationships>
</file>

<file path=ppt/notesSlides/_rels/notesSlide1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2.xml"/>
		</Relationships>
</file>

<file path=ppt/notesSlides/_rels/notesSlide1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3.xml"/>
		</Relationships>
</file>

<file path=ppt/notesSlides/_rels/notesSlide1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4.xml"/>
		</Relationships>
</file>

<file path=ppt/notesSlides/_rels/notesSlide1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5.xml"/>
		</Relationships>
</file>

<file path=ppt/notesSlides/_rels/notesSlide1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6.xml"/>
		</Relationships>
</file>

<file path=ppt/notesSlides/_rels/notesSlide1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7.xml"/>
		</Relationships>
</file>

<file path=ppt/notesSlides/_rels/notesSlide1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8.xml"/>
		</Relationships>
</file>

<file path=ppt/notesSlides/_rels/notesSlide1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9.xml"/>
		</Relationships>
</file>

<file path=ppt/notesSlides/_rels/notesSlide2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0.xml"/>
		</Relationships>
</file>

<file path=ppt/notesSlides/_rels/notesSlide2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1.xml"/>
		</Relationships>
</file>

<file path=ppt/notesSlides/_rels/notesSlide2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2.xml"/>
		</Relationships>
</file>

<file path=ppt/notesSlides/_rels/notesSlide2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3.xml"/>
		</Relationships>
</file>

<file path=ppt/notesSlides/_rels/notesSlide2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4.xml"/>
		</Relationships>
</file>

<file path=ppt/notesSlides/_rels/notesSlide2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5.xml"/>
		</Relationships>
</file>

<file path=ppt/notesSlides/_rels/notesSlide2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6.xml"/>
		</Relationships>
</file>

<file path=ppt/notesSlides/_rels/notesSlide2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7.xml"/>
		</Relationships>
</file>

<file path=ppt/notesSlides/_rels/notesSlide2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8.xml"/>
		</Relationships>
</file>

<file path=ppt/notesSlides/_rels/notesSlide2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9.xml"/>
		</Relationships>
</file>

<file path=ppt/notesSlides/_rels/notesSlide2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0.xml"/>
		</Relationships>
</file>

<file path=ppt/notesSlides/_rels/notesSlide2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1.xml"/>
		</Relationships>
</file>

<file path=ppt/notesSlides/_rels/notesSlide2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2.xml"/>
		</Relationships>
</file>

<file path=ppt/notesSlides/_rels/notesSlide2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3.xml"/>
		</Relationships>
</file>

<file path=ppt/notesSlides/_rels/notesSlide2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4.xml"/>
		</Relationships>
</file>

<file path=ppt/notesSlides/_rels/notesSlide2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5.xml"/>
		</Relationships>
</file>

<file path=ppt/notesSlides/_rels/notesSlide2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6.xml"/>
		</Relationships>
</file>

<file path=ppt/notesSlides/_rels/notesSlide2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7.xml"/>
		</Relationships>
</file>

<file path=ppt/notesSlides/_rels/notesSlide2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8.xml"/>
		</Relationships>
</file>

<file path=ppt/notesSlides/_rels/notesSlide2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9.xml"/>
		</Relationships>
</file>

<file path=ppt/notesSlides/_rels/notesSlide2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0.xml"/>
		</Relationships>
</file>

<file path=ppt/notesSlides/_rels/notesSlide2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1.xml"/>
		</Relationships>
</file>

<file path=ppt/notesSlides/_rels/notesSlide2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2.xml"/>
		</Relationships>
</file>

<file path=ppt/notesSlides/_rels/notesSlide2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3.xml"/>
		</Relationships>
</file>

<file path=ppt/notesSlides/_rels/notesSlide2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4.xml"/>
		</Relationships>
</file>

<file path=ppt/notesSlides/_rels/notesSlide2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5.xml"/>
		</Relationships>
</file>

<file path=ppt/notesSlides/_rels/notesSlide2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6.xml"/>
		</Relationships>
</file>

<file path=ppt/notesSlides/_rels/notesSlide2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7.xml"/>
		</Relationships>
</file>

<file path=ppt/notesSlides/_rels/notesSlide2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8.xml"/>
		</Relationships>
</file>

<file path=ppt/notesSlides/_rels/notesSlide2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9.xml"/>
		</Relationships>
</file>

<file path=ppt/notesSlides/_rels/notesSlide2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0.xml"/>
		</Relationships>
</file>

<file path=ppt/notesSlides/_rels/notesSlide2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1.xml"/>
		</Relationships>
</file>

<file path=ppt/notesSlides/_rels/notesSlide2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2.xml"/>
		</Relationships>
</file>

<file path=ppt/notesSlides/_rels/notesSlide2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3.xml"/>
		</Relationships>
</file>

<file path=ppt/notesSlides/_rels/notesSlide2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4.xml"/>
		</Relationships>
</file>

<file path=ppt/notesSlides/_rels/notesSlide2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5.xml"/>
		</Relationships>
</file>

<file path=ppt/notesSlides/_rels/notesSlide2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6.xml"/>
		</Relationships>
</file>

<file path=ppt/notesSlides/_rels/notesSlide2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7.xml"/>
		</Relationships>
</file>

<file path=ppt/notesSlides/_rels/notesSlide2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8.xml"/>
		</Relationships>
</file>

<file path=ppt/notesSlides/_rels/notesSlide2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9.xml"/>
		</Relationships>
</file>

<file path=ppt/notesSlides/_rels/notesSlide2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0.xml"/>
		</Relationships>
</file>

<file path=ppt/notesSlides/_rels/notesSlide2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1.xml"/>
		</Relationships>
</file>

<file path=ppt/notesSlides/_rels/notesSlide2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2.xml"/>
		</Relationships>
</file>

<file path=ppt/notesSlides/_rels/notesSlide2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3.xml"/>
		</Relationships>
</file>

<file path=ppt/notesSlides/_rels/notesSlide2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4.xml"/>
		</Relationships>
</file>

<file path=ppt/notesSlides/_rels/notesSlide2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5.xml"/>
		</Relationships>
</file>

<file path=ppt/notesSlides/_rels/notesSlide2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6.xml"/>
		</Relationships>
</file>

<file path=ppt/notesSlides/_rels/notesSlide2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7.xml"/>
		</Relationships>
</file>

<file path=ppt/notesSlides/_rels/notesSlide2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8.xml"/>
		</Relationships>
</file>

<file path=ppt/notesSlides/_rels/notesSlide2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9.xml"/>
		</Relationships>
</file>

<file path=ppt/notesSlides/_rels/notesSlide2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0.xml"/>
		</Relationships>
</file>

<file path=ppt/notesSlides/_rels/notesSlide2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1.xml"/>
		</Relationships>
</file>

<file path=ppt/notesSlides/_rels/notesSlide2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2.xml"/>
		</Relationships>
</file>

<file path=ppt/notesSlides/_rels/notesSlide2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3.xml"/>
		</Relationships>
</file>

<file path=ppt/notesSlides/_rels/notesSlide2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4.xml"/>
		</Relationships>
</file>

<file path=ppt/notesSlides/_rels/notesSlide2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5.xml"/>
		</Relationships>
</file>

<file path=ppt/notesSlides/_rels/notesSlide2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6.xml"/>
		</Relationships>
</file>

<file path=ppt/notesSlides/_rels/notesSlide2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7.xml"/>
		</Relationships>
</file>

<file path=ppt/notesSlides/_rels/notesSlide2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8.xml"/>
		</Relationships>
</file>

<file path=ppt/notesSlides/_rels/notesSlide2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9.xml"/>
		</Relationships>
</file>

<file path=ppt/notesSlides/_rels/notesSlide2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0.xml"/>
		</Relationships>
</file>

<file path=ppt/notesSlides/_rels/notesSlide2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1.xml"/>
		</Relationships>
</file>

<file path=ppt/notesSlides/_rels/notesSlide2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2.xml"/>
		</Relationships>
</file>

<file path=ppt/notesSlides/_rels/notesSlide2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3.xml"/>
		</Relationships>
</file>

<file path=ppt/notesSlides/_rels/notesSlide2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4.xml"/>
		</Relationships>
</file>

<file path=ppt/notesSlides/_rels/notesSlide2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5.xml"/>
		</Relationships>
</file>

<file path=ppt/notesSlides/_rels/notesSlide2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6.xml"/>
		</Relationships>
</file>

<file path=ppt/notesSlides/_rels/notesSlide2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7.xml"/>
		</Relationships>
</file>

<file path=ppt/notesSlides/_rels/notesSlide2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8.xml"/>
		</Relationships>
</file>

<file path=ppt/notesSlides/_rels/notesSlide2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9.xml"/>
		</Relationships>
</file>

<file path=ppt/notesSlides/_rels/notesSlide2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0.xml"/>
		</Relationships>
</file>

<file path=ppt/notesSlides/_rels/notesSlide2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1.xml"/>
		</Relationships>
</file>

<file path=ppt/notesSlides/_rels/notesSlide2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2.xml"/>
		</Relationships>
</file>

<file path=ppt/notesSlides/_rels/notesSlide2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3.xml"/>
		</Relationships>
</file>

<file path=ppt/notesSlides/_rels/notesSlide2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4.xml"/>
		</Relationships>
</file>

<file path=ppt/notesSlides/_rels/notesSlide2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5.xml"/>
		</Relationships>
</file>

<file path=ppt/notesSlides/_rels/notesSlide2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6.xml"/>
		</Relationships>
</file>

<file path=ppt/notesSlides/_rels/notesSlide2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7.xml"/>
		</Relationships>
</file>

<file path=ppt/notesSlides/_rels/notesSlide2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8.xml"/>
		</Relationships>
</file>

<file path=ppt/notesSlides/_rels/notesSlide2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9.xml"/>
		</Relationships>
</file>

<file path=ppt/notesSlides/_rels/notesSlide2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0.xml"/>
		</Relationships>
</file>

<file path=ppt/notesSlides/_rels/notesSlide2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1.xml"/>
		</Relationships>
</file>

<file path=ppt/notesSlides/_rels/notesSlide2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2.xml"/>
		</Relationships>
</file>

<file path=ppt/notesSlides/_rels/notesSlide2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3.xml"/>
		</Relationships>
</file>

<file path=ppt/notesSlides/_rels/notesSlide2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4.xml"/>
		</Relationships>
</file>

<file path=ppt/notesSlides/_rels/notesSlide2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5.xml"/>
		</Relationships>
</file>

<file path=ppt/notesSlides/_rels/notesSlide2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6.xml"/>
		</Relationships>
</file>

<file path=ppt/notesSlides/_rels/notesSlide2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7.xml"/>
		</Relationships>
</file>

<file path=ppt/notesSlides/_rels/notesSlide2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8.xml"/>
		</Relationships>
</file>

<file path=ppt/notesSlides/_rels/notesSlide2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9.xml"/>
		</Relationships>
</file>

<file path=ppt/notesSlides/_rels/notesSlide2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0.xml"/>
		</Relationships>
</file>

<file path=ppt/notesSlides/_rels/notesSlide2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1.xml"/>
		</Relationships>
</file>

<file path=ppt/notesSlides/_rels/notesSlide2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2.xml"/>
		</Relationships>
</file>

<file path=ppt/notesSlides/_rels/notesSlide2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3.xml"/>
		</Relationships>
</file>

<file path=ppt/notesSlides/_rels/notesSlide2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4.xml"/>
		</Relationships>
</file>

<file path=ppt/notesSlides/_rels/notesSlide2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5.xml"/>
		</Relationships>
</file>

<file path=ppt/notesSlides/_rels/notesSlide2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6.xml"/>
		</Relationships>
</file>

<file path=ppt/notesSlides/_rels/notesSlide2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7.xml"/>
		</Relationships>
</file>

<file path=ppt/notesSlides/_rels/notesSlide2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8.xml"/>
		</Relationships>
</file>

<file path=ppt/notesSlides/_rels/notesSlide2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9.xml"/>
		</Relationships>
</file>

<file path=ppt/notesSlides/_rels/notesSlide3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0.xml"/>
		</Relationships>
</file>

<file path=ppt/notesSlides/_rels/notesSlide3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1.xml"/>
		</Relationships>
</file>

<file path=ppt/notesSlides/_rels/notesSlide3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2.xml"/>
		</Relationships>
</file>

<file path=ppt/notesSlides/_rels/notesSlide3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3.xml"/>
		</Relationships>
</file>

<file path=ppt/notesSlides/_rels/notesSlide3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4.xml"/>
		</Relationships>
</file>

<file path=ppt/notesSlides/_rels/notesSlide3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5.xml"/>
		</Relationships>
</file>

<file path=ppt/notesSlides/_rels/notesSlide3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6.xml"/>
		</Relationships>
</file>

<file path=ppt/notesSlides/_rels/notesSlide3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7.xml"/>
		</Relationships>
</file>

<file path=ppt/notesSlides/_rels/notesSlide3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8.xml"/>
		</Relationships>
</file>

<file path=ppt/notesSlides/_rels/notesSlide3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9.xml"/>
		</Relationships>
</file>

<file path=ppt/notesSlides/_rels/notesSlide3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0.xml"/>
		</Relationships>
</file>

<file path=ppt/notesSlides/_rels/notesSlide3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1.xml"/>
		</Relationships>
</file>

<file path=ppt/notesSlides/_rels/notesSlide3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2.xml"/>
		</Relationships>
</file>

<file path=ppt/notesSlides/_rels/notesSlide3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3.xml"/>
		</Relationships>
</file>

<file path=ppt/notesSlides/_rels/notesSlide3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4.xml"/>
		</Relationships>
</file>

<file path=ppt/notesSlides/_rels/notesSlide3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5.xml"/>
		</Relationships>
</file>

<file path=ppt/notesSlides/_rels/notesSlide3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6.xml"/>
		</Relationships>
</file>

<file path=ppt/notesSlides/_rels/notesSlide3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7.xml"/>
		</Relationships>
</file>

<file path=ppt/notesSlides/_rels/notesSlide3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8.xml"/>
		</Relationships>
</file>

<file path=ppt/notesSlides/_rels/notesSlide3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9.xml"/>
		</Relationships>
</file>

<file path=ppt/notesSlides/_rels/notesSlide3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0.xml"/>
		</Relationships>
</file>

<file path=ppt/notesSlides/_rels/notesSlide3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1.xml"/>
		</Relationships>
</file>

<file path=ppt/notesSlides/_rels/notesSlide3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2.xml"/>
		</Relationships>
</file>

<file path=ppt/notesSlides/_rels/notesSlide3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3.xml"/>
		</Relationships>
</file>

<file path=ppt/notesSlides/_rels/notesSlide3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4.xml"/>
		</Relationships>
</file>

<file path=ppt/notesSlides/_rels/notesSlide3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5.xml"/>
		</Relationships>
</file>

<file path=ppt/notesSlides/_rels/notesSlide3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6.xml"/>
		</Relationships>
</file>

<file path=ppt/notesSlides/_rels/notesSlide3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7.xml"/>
		</Relationships>
</file>

<file path=ppt/notesSlides/_rels/notesSlide3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8.xml"/>
		</Relationships>
</file>

<file path=ppt/notesSlides/_rels/notesSlide3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8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9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0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5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6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8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9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0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3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4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5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6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7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8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9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0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1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3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4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5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6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7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8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9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0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1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3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4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5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7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8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9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0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1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3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4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5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6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7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8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9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0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1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3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4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5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6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7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8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9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0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1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3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4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5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6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7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8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9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0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1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2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3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4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5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6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7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8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9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0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1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2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3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4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5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6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7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8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9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0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1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2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3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4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5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6.xm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7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8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9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0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1.xml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3.xml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4.xml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5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6.xml"/></Relationships>
</file>

<file path=ppt/slides/_rels/slide2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7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8.xml"/></Relationships>
</file>

<file path=ppt/slides/_rels/slide2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9.xml"/></Relationships>
</file>

<file path=ppt/slides/_rels/slide2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0.xml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1.xml"/></Relationships>
</file>

<file path=ppt/slides/_rels/slide2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2.xml"/></Relationships>
</file>

<file path=ppt/slides/_rels/slide2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3.xml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4.xml"/></Relationships>
</file>

<file path=ppt/slides/_rels/slide2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5.xml"/></Relationships>
</file>

<file path=ppt/slides/_rels/slide2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6.xml"/></Relationships>
</file>

<file path=ppt/slides/_rels/slide2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7.xml"/></Relationships>
</file>

<file path=ppt/slides/_rels/slide2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8.xml"/></Relationships>
</file>

<file path=ppt/slides/_rels/slide2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9.xml"/></Relationships>
</file>

<file path=ppt/slides/_rels/slide2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0.xml"/></Relationships>
</file>

<file path=ppt/slides/_rels/slide2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1.xml"/></Relationships>
</file>

<file path=ppt/slides/_rels/slide2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2.xml"/></Relationships>
</file>

<file path=ppt/slides/_rels/slide2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3.xml"/></Relationships>
</file>

<file path=ppt/slides/_rels/slide2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4.xml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5.xml"/></Relationships>
</file>

<file path=ppt/slides/_rels/slide2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6.xml"/></Relationships>
</file>

<file path=ppt/slides/_rels/slide2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7.xml"/></Relationships>
</file>

<file path=ppt/slides/_rels/slide2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8.xml"/></Relationships>
</file>

<file path=ppt/slides/_rels/slide2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9.xml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0.xml"/></Relationships>
</file>

<file path=ppt/slides/_rels/slide2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1.xml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2.xml"/></Relationships>
</file>

<file path=ppt/slides/_rels/slide2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3.xml"/></Relationships>
</file>

<file path=ppt/slides/_rels/slide2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4.xml"/></Relationships>
</file>

<file path=ppt/slides/_rels/slide2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5.xml"/></Relationships>
</file>

<file path=ppt/slides/_rels/slide2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6.xml"/></Relationships>
</file>

<file path=ppt/slides/_rels/slide2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7.xml"/></Relationships>
</file>

<file path=ppt/slides/_rels/slide2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8.xml"/></Relationships>
</file>

<file path=ppt/slides/_rels/slide2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9.xml"/></Relationships>
</file>

<file path=ppt/slides/_rels/slide2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0.xml"/></Relationships>
</file>

<file path=ppt/slides/_rels/slide2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1.xml"/></Relationships>
</file>

<file path=ppt/slides/_rels/slide2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2.xml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3.xml"/></Relationships>
</file>

<file path=ppt/slides/_rels/slide27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4.xml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5.xml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6.xml"/></Relationships>
</file>

<file path=ppt/slides/_rels/slide27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7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8.xml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9.xml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0.xml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1.xml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2.xml"/></Relationships>
</file>

<file path=ppt/slides/_rels/slide28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3.xml"/></Relationships>
</file>

<file path=ppt/slides/_rels/slide28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4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5.xml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6.xml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7.xml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8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9.xml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0.xml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1.xml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2.xml"/></Relationships>
</file>

<file path=ppt/slides/_rels/slide29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3.xml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4.xml"/></Relationships>
</file>

<file path=ppt/slides/_rels/slide29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5.xml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6.xml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7.xml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8.xml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9.xml"/></Relationships>
</file>

<file path=ppt/slides/_rels/slide30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0.xml"/></Relationships>
</file>

<file path=ppt/slides/_rels/slide30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1.xml"/></Relationships>
</file>

<file path=ppt/slides/_rels/slide30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2.xml"/></Relationships>
</file>

<file path=ppt/slides/_rels/slide30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3.xml"/></Relationships>
</file>

<file path=ppt/slides/_rels/slide30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4.xml"/></Relationships>
</file>

<file path=ppt/slides/_rels/slide30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5.xml"/></Relationships>
</file>

<file path=ppt/slides/_rels/slide30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6.xml"/></Relationships>
</file>

<file path=ppt/slides/_rels/slide30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7.xml"/></Relationships>
</file>

<file path=ppt/slides/_rels/slide30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8.xml"/></Relationships>
</file>

<file path=ppt/slides/_rels/slide30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9.xml"/></Relationships>
</file>

<file path=ppt/slides/_rels/slide3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0.xml"/></Relationships>
</file>

<file path=ppt/slides/_rels/slide3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1.xml"/></Relationships>
</file>

<file path=ppt/slides/_rels/slide3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2.xml"/></Relationships>
</file>

<file path=ppt/slides/_rels/slide3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3.xml"/></Relationships>
</file>

<file path=ppt/slides/_rels/slide3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4.xml"/></Relationships>
</file>

<file path=ppt/slides/_rels/slide3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5.xml"/></Relationships>
</file>

<file path=ppt/slides/_rels/slide3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6.xml"/></Relationships>
</file>

<file path=ppt/slides/_rels/slide3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7.xml"/></Relationships>
</file>

<file path=ppt/slides/_rels/slide3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8.xml"/></Relationships>
</file>

<file path=ppt/slides/_rels/slide3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9.xml"/></Relationships>
</file>

<file path=ppt/slides/_rels/slide3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0.xml"/></Relationships>
</file>

<file path=ppt/slides/_rels/slide3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1.xml"/></Relationships>
</file>

<file path=ppt/slides/_rels/slide3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2.xml"/></Relationships>
</file>

<file path=ppt/slides/_rels/slide3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3.xml"/></Relationships>
</file>

<file path=ppt/slides/_rels/slide3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4.xml"/></Relationships>
</file>

<file path=ppt/slides/_rels/slide3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5.xml"/></Relationships>
</file>

<file path=ppt/slides/_rels/slide3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6.xml"/></Relationships>
</file>

<file path=ppt/slides/_rels/slide3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7.xml"/></Relationships>
</file>

<file path=ppt/slides/_rels/slide3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8.xml"/></Relationships>
</file>

<file path=ppt/slides/_rels/slide3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329</Slides>
  <Notes>329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329</vt:i4>
      </vt:variant>
    </vt:vector>
  </HeadingPairs>
  <TitlesOfParts>
    <vt:vector size="3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  <vt:lpstr>Slide 250</vt:lpstr>
      <vt:lpstr>Slide 251</vt:lpstr>
      <vt:lpstr>Slide 252</vt:lpstr>
      <vt:lpstr>Slide 253</vt:lpstr>
      <vt:lpstr>Slide 254</vt:lpstr>
      <vt:lpstr>Slide 255</vt:lpstr>
      <vt:lpstr>Slide 256</vt:lpstr>
      <vt:lpstr>Slide 257</vt:lpstr>
      <vt:lpstr>Slide 258</vt:lpstr>
      <vt:lpstr>Slide 259</vt:lpstr>
      <vt:lpstr>Slide 260</vt:lpstr>
      <vt:lpstr>Slide 261</vt:lpstr>
      <vt:lpstr>Slide 262</vt:lpstr>
      <vt:lpstr>Slide 263</vt:lpstr>
      <vt:lpstr>Slide 264</vt:lpstr>
      <vt:lpstr>Slide 265</vt:lpstr>
      <vt:lpstr>Slide 266</vt:lpstr>
      <vt:lpstr>Slide 267</vt:lpstr>
      <vt:lpstr>Slide 268</vt:lpstr>
      <vt:lpstr>Slide 269</vt:lpstr>
      <vt:lpstr>Slide 270</vt:lpstr>
      <vt:lpstr>Slide 271</vt:lpstr>
      <vt:lpstr>Slide 272</vt:lpstr>
      <vt:lpstr>Slide 273</vt:lpstr>
      <vt:lpstr>Slide 274</vt:lpstr>
      <vt:lpstr>Slide 275</vt:lpstr>
      <vt:lpstr>Slide 276</vt:lpstr>
      <vt:lpstr>Slide 277</vt:lpstr>
      <vt:lpstr>Slide 278</vt:lpstr>
      <vt:lpstr>Slide 279</vt:lpstr>
      <vt:lpstr>Slide 280</vt:lpstr>
      <vt:lpstr>Slide 281</vt:lpstr>
      <vt:lpstr>Slide 282</vt:lpstr>
      <vt:lpstr>Slide 283</vt:lpstr>
      <vt:lpstr>Slide 284</vt:lpstr>
      <vt:lpstr>Slide 285</vt:lpstr>
      <vt:lpstr>Slide 286</vt:lpstr>
      <vt:lpstr>Slide 287</vt:lpstr>
      <vt:lpstr>Slide 288</vt:lpstr>
      <vt:lpstr>Slide 289</vt:lpstr>
      <vt:lpstr>Slide 290</vt:lpstr>
      <vt:lpstr>Slide 291</vt:lpstr>
      <vt:lpstr>Slide 292</vt:lpstr>
      <vt:lpstr>Slide 293</vt:lpstr>
      <vt:lpstr>Slide 294</vt:lpstr>
      <vt:lpstr>Slide 295</vt:lpstr>
      <vt:lpstr>Slide 296</vt:lpstr>
      <vt:lpstr>Slide 297</vt:lpstr>
      <vt:lpstr>Slide 298</vt:lpstr>
      <vt:lpstr>Slide 299</vt:lpstr>
      <vt:lpstr>Slide 300</vt:lpstr>
      <vt:lpstr>Slide 301</vt:lpstr>
      <vt:lpstr>Slide 302</vt:lpstr>
      <vt:lpstr>Slide 303</vt:lpstr>
      <vt:lpstr>Slide 304</vt:lpstr>
      <vt:lpstr>Slide 305</vt:lpstr>
      <vt:lpstr>Slide 306</vt:lpstr>
      <vt:lpstr>Slide 307</vt:lpstr>
      <vt:lpstr>Slide 308</vt:lpstr>
      <vt:lpstr>Slide 309</vt:lpstr>
      <vt:lpstr>Slide 310</vt:lpstr>
      <vt:lpstr>Slide 311</vt:lpstr>
      <vt:lpstr>Slide 312</vt:lpstr>
      <vt:lpstr>Slide 313</vt:lpstr>
      <vt:lpstr>Slide 314</vt:lpstr>
      <vt:lpstr>Slide 315</vt:lpstr>
      <vt:lpstr>Slide 316</vt:lpstr>
      <vt:lpstr>Slide 317</vt:lpstr>
      <vt:lpstr>Slide 318</vt:lpstr>
      <vt:lpstr>Slide 319</vt:lpstr>
      <vt:lpstr>Slide 320</vt:lpstr>
      <vt:lpstr>Slide 321</vt:lpstr>
      <vt:lpstr>Slide 322</vt:lpstr>
      <vt:lpstr>Slide 323</vt:lpstr>
      <vt:lpstr>Slide 324</vt:lpstr>
      <vt:lpstr>Slide 325</vt:lpstr>
      <vt:lpstr>Slide 326</vt:lpstr>
      <vt:lpstr>Slide 327</vt:lpstr>
      <vt:lpstr>Slide 328</vt:lpstr>
      <vt:lpstr>Slide 329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Network Management and Monitoring (AI5049)</dc:title>
  <dc:subject>Course slides for AI5049, winter semester 2026/27, Hochschule Fulda</dc:subject>
  <dc:creator>Created by Marp</dc:creator>
  <cp:lastModifiedBy>Created by Marp</cp:lastModifiedBy>
  <cp:revision>1</cp:revision>
  <dcterms:created xsi:type="dcterms:W3CDTF">2026-10-11T15:35:39Z</dcterms:created>
  <dcterms:modified xsi:type="dcterms:W3CDTF">2026-10-11T15:35:39Z</dcterms:modified>
</cp:coreProperties>
</file>